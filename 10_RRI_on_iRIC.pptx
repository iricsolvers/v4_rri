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1"/>
  </p:notesMasterIdLst>
  <p:sldIdLst>
    <p:sldId id="593" r:id="rId2"/>
    <p:sldId id="572" r:id="rId3"/>
    <p:sldId id="591" r:id="rId4"/>
    <p:sldId id="587" r:id="rId5"/>
    <p:sldId id="592" r:id="rId6"/>
    <p:sldId id="588" r:id="rId7"/>
    <p:sldId id="589" r:id="rId8"/>
    <p:sldId id="590" r:id="rId9"/>
    <p:sldId id="573" r:id="rId10"/>
  </p:sldIdLst>
  <p:sldSz cx="9144000" cy="6858000" type="screen4x3"/>
  <p:notesSz cx="7099300" cy="102346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98" userDrawn="1">
          <p15:clr>
            <a:srgbClr val="A4A3A4"/>
          </p15:clr>
        </p15:guide>
        <p15:guide id="2" pos="197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CC"/>
    <a:srgbClr val="FFFFFF"/>
    <a:srgbClr val="57A714"/>
    <a:srgbClr val="FF66CC"/>
    <a:srgbClr val="66FF99"/>
    <a:srgbClr val="000000"/>
    <a:srgbClr val="FDEADA"/>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05" autoAdjust="0"/>
    <p:restoredTop sz="86410" autoAdjust="0"/>
  </p:normalViewPr>
  <p:slideViewPr>
    <p:cSldViewPr>
      <p:cViewPr varScale="1">
        <p:scale>
          <a:sx n="83" d="100"/>
          <a:sy n="83" d="100"/>
        </p:scale>
        <p:origin x="1252" y="40"/>
      </p:cViewPr>
      <p:guideLst>
        <p:guide orient="horz" pos="1298"/>
        <p:guide pos="1973"/>
      </p:guideLst>
    </p:cSldViewPr>
  </p:slideViewPr>
  <p:outlineViewPr>
    <p:cViewPr>
      <p:scale>
        <a:sx n="33" d="100"/>
        <a:sy n="33" d="100"/>
      </p:scale>
      <p:origin x="0" y="0"/>
    </p:cViewPr>
  </p:outlineViewPr>
  <p:notesTextViewPr>
    <p:cViewPr>
      <p:scale>
        <a:sx n="75" d="100"/>
        <a:sy n="75"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kumimoji="1" lang="ja-JP" altLang="en-US"/>
          </a:p>
        </p:txBody>
      </p:sp>
      <p:sp>
        <p:nvSpPr>
          <p:cNvPr id="3" name="日付プレースホルダー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C109C691-0372-4A60-8F87-08A27F0AF70D}" type="datetimeFigureOut">
              <a:rPr kumimoji="1" lang="ja-JP" altLang="en-US" smtClean="0"/>
              <a:pPr/>
              <a:t>2024/8/2</a:t>
            </a:fld>
            <a:endParaRPr kumimoji="1" lang="ja-JP" altLang="en-US"/>
          </a:p>
        </p:txBody>
      </p:sp>
      <p:sp>
        <p:nvSpPr>
          <p:cNvPr id="4" name="スライド イメージ プレースホルダー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endParaRPr lang="ja-JP" altLang="en-US"/>
          </a:p>
        </p:txBody>
      </p:sp>
      <p:sp>
        <p:nvSpPr>
          <p:cNvPr id="5" name="ノート プレースホルダー 4"/>
          <p:cNvSpPr>
            <a:spLocks noGrp="1"/>
          </p:cNvSpPr>
          <p:nvPr>
            <p:ph type="body" sz="quarter" idx="3"/>
          </p:nvPr>
        </p:nvSpPr>
        <p:spPr>
          <a:xfrm>
            <a:off x="709930" y="4861441"/>
            <a:ext cx="5679440" cy="4605576"/>
          </a:xfrm>
          <a:prstGeom prst="rect">
            <a:avLst/>
          </a:prstGeom>
        </p:spPr>
        <p:txBody>
          <a:bodyPr vert="horz" lIns="99048" tIns="49524" rIns="99048" bIns="49524"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kumimoji="1" lang="ja-JP" altLang="en-US"/>
          </a:p>
        </p:txBody>
      </p:sp>
      <p:sp>
        <p:nvSpPr>
          <p:cNvPr id="7" name="スライド番号プレースホルダー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FBD108A5-50C0-4BD7-84B1-17845FAA7498}" type="slidenum">
              <a:rPr kumimoji="1" lang="ja-JP" altLang="en-US" smtClean="0"/>
              <a:pPr/>
              <a:t>‹#›</a:t>
            </a:fld>
            <a:endParaRPr kumimoji="1" lang="ja-JP" altLang="en-US"/>
          </a:p>
        </p:txBody>
      </p:sp>
    </p:spTree>
    <p:extLst>
      <p:ext uri="{BB962C8B-B14F-4D97-AF65-F5344CB8AC3E}">
        <p14:creationId xmlns:p14="http://schemas.microsoft.com/office/powerpoint/2010/main" val="242892064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スライド イメージ プレースホルダー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ノート プレースホルダー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ja-JP" altLang="en-US" dirty="0"/>
          </a:p>
        </p:txBody>
      </p:sp>
      <p:sp>
        <p:nvSpPr>
          <p:cNvPr id="16388" name="スライド番号プレースホルダー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Calibri" panose="020F0502020204030204" pitchFamily="34" charset="0"/>
                <a:ea typeface="ＭＳ Ｐゴシック" panose="020B0600070205080204" pitchFamily="50" charset="-128"/>
              </a:defRPr>
            </a:lvl1pPr>
            <a:lvl2pPr marL="742950" indent="-285750">
              <a:spcBef>
                <a:spcPct val="30000"/>
              </a:spcBef>
              <a:defRPr kumimoji="1" sz="1200">
                <a:solidFill>
                  <a:schemeClr val="tx1"/>
                </a:solidFill>
                <a:latin typeface="Calibri" panose="020F0502020204030204" pitchFamily="34" charset="0"/>
                <a:ea typeface="ＭＳ Ｐゴシック" panose="020B0600070205080204" pitchFamily="50" charset="-128"/>
              </a:defRPr>
            </a:lvl2pPr>
            <a:lvl3pPr marL="1143000" indent="-228600">
              <a:spcBef>
                <a:spcPct val="30000"/>
              </a:spcBef>
              <a:defRPr kumimoji="1" sz="1200">
                <a:solidFill>
                  <a:schemeClr val="tx1"/>
                </a:solidFill>
                <a:latin typeface="Calibri" panose="020F0502020204030204" pitchFamily="34" charset="0"/>
                <a:ea typeface="ＭＳ Ｐゴシック" panose="020B0600070205080204" pitchFamily="50" charset="-128"/>
              </a:defRPr>
            </a:lvl3pPr>
            <a:lvl4pPr marL="1600200" indent="-228600">
              <a:spcBef>
                <a:spcPct val="30000"/>
              </a:spcBef>
              <a:defRPr kumimoji="1" sz="1200">
                <a:solidFill>
                  <a:schemeClr val="tx1"/>
                </a:solidFill>
                <a:latin typeface="Calibri" panose="020F0502020204030204" pitchFamily="34" charset="0"/>
                <a:ea typeface="ＭＳ Ｐゴシック" panose="020B0600070205080204" pitchFamily="50" charset="-128"/>
              </a:defRPr>
            </a:lvl4pPr>
            <a:lvl5pPr marL="2057400" indent="-228600">
              <a:spcBef>
                <a:spcPct val="30000"/>
              </a:spcBef>
              <a:defRPr kumimoji="1" sz="1200">
                <a:solidFill>
                  <a:schemeClr val="tx1"/>
                </a:solidFill>
                <a:latin typeface="Calibri" panose="020F0502020204030204" pitchFamily="34" charset="0"/>
                <a:ea typeface="ＭＳ Ｐゴシック" panose="020B0600070205080204" pitchFamily="50" charset="-128"/>
              </a:defRPr>
            </a:lvl5pPr>
            <a:lvl6pPr marL="2514600" indent="-228600" eaLnBrk="0" fontAlgn="base" hangingPunct="0">
              <a:spcBef>
                <a:spcPct val="30000"/>
              </a:spcBef>
              <a:spcAft>
                <a:spcPct val="0"/>
              </a:spcAft>
              <a:defRPr kumimoji="1" sz="1200">
                <a:solidFill>
                  <a:schemeClr val="tx1"/>
                </a:solidFill>
                <a:latin typeface="Calibri" panose="020F0502020204030204" pitchFamily="34" charset="0"/>
                <a:ea typeface="ＭＳ Ｐゴシック" panose="020B0600070205080204" pitchFamily="50" charset="-128"/>
              </a:defRPr>
            </a:lvl6pPr>
            <a:lvl7pPr marL="2971800" indent="-228600" eaLnBrk="0" fontAlgn="base" hangingPunct="0">
              <a:spcBef>
                <a:spcPct val="30000"/>
              </a:spcBef>
              <a:spcAft>
                <a:spcPct val="0"/>
              </a:spcAft>
              <a:defRPr kumimoji="1" sz="1200">
                <a:solidFill>
                  <a:schemeClr val="tx1"/>
                </a:solidFill>
                <a:latin typeface="Calibri" panose="020F0502020204030204" pitchFamily="34" charset="0"/>
                <a:ea typeface="ＭＳ Ｐゴシック" panose="020B0600070205080204" pitchFamily="50" charset="-128"/>
              </a:defRPr>
            </a:lvl7pPr>
            <a:lvl8pPr marL="3429000" indent="-228600" eaLnBrk="0" fontAlgn="base" hangingPunct="0">
              <a:spcBef>
                <a:spcPct val="30000"/>
              </a:spcBef>
              <a:spcAft>
                <a:spcPct val="0"/>
              </a:spcAft>
              <a:defRPr kumimoji="1" sz="1200">
                <a:solidFill>
                  <a:schemeClr val="tx1"/>
                </a:solidFill>
                <a:latin typeface="Calibri" panose="020F0502020204030204" pitchFamily="34" charset="0"/>
                <a:ea typeface="ＭＳ Ｐゴシック" panose="020B0600070205080204" pitchFamily="50" charset="-128"/>
              </a:defRPr>
            </a:lvl8pPr>
            <a:lvl9pPr marL="3886200" indent="-228600" eaLnBrk="0" fontAlgn="base" hangingPunct="0">
              <a:spcBef>
                <a:spcPct val="30000"/>
              </a:spcBef>
              <a:spcAft>
                <a:spcPct val="0"/>
              </a:spcAft>
              <a:defRPr kumimoji="1" sz="1200">
                <a:solidFill>
                  <a:schemeClr val="tx1"/>
                </a:solidFill>
                <a:latin typeface="Calibri" panose="020F0502020204030204" pitchFamily="34" charset="0"/>
                <a:ea typeface="ＭＳ Ｐゴシック" panose="020B0600070205080204" pitchFamily="50" charset="-128"/>
              </a:defRPr>
            </a:lvl9pPr>
          </a:lstStyle>
          <a:p>
            <a:pPr>
              <a:spcBef>
                <a:spcPct val="0"/>
              </a:spcBef>
            </a:pPr>
            <a:fld id="{7609C301-403B-4648-B922-16263016D680}" type="slidenum">
              <a:rPr lang="ja-JP" altLang="en-US" sz="1300" smtClean="0"/>
              <a:pPr>
                <a:spcBef>
                  <a:spcPct val="0"/>
                </a:spcBef>
              </a:pPr>
              <a:t>2</a:t>
            </a:fld>
            <a:endParaRPr lang="ja-JP" altLang="en-US" sz="1300"/>
          </a:p>
        </p:txBody>
      </p:sp>
    </p:spTree>
    <p:extLst>
      <p:ext uri="{BB962C8B-B14F-4D97-AF65-F5344CB8AC3E}">
        <p14:creationId xmlns:p14="http://schemas.microsoft.com/office/powerpoint/2010/main" val="13480836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1988841"/>
            <a:ext cx="7772400" cy="1440159"/>
          </a:xfrm>
        </p:spPr>
        <p:txBody>
          <a:bodyPr>
            <a:normAutofit/>
          </a:bodyPr>
          <a:lstStyle>
            <a:lvl1pPr algn="ctr">
              <a:defRPr sz="3600" b="1">
                <a:solidFill>
                  <a:schemeClr val="tx1">
                    <a:lumMod val="65000"/>
                    <a:lumOff val="35000"/>
                  </a:schemeClr>
                </a:solidFill>
              </a:defRPr>
            </a:lvl1pPr>
          </a:lstStyle>
          <a:p>
            <a:r>
              <a:rPr kumimoji="1" lang="ja-JP" altLang="en-US" dirty="0"/>
              <a:t>マスター タイトルの書式設定</a:t>
            </a:r>
          </a:p>
        </p:txBody>
      </p:sp>
      <p:sp>
        <p:nvSpPr>
          <p:cNvPr id="3" name="サブタイトル 2"/>
          <p:cNvSpPr>
            <a:spLocks noGrp="1"/>
          </p:cNvSpPr>
          <p:nvPr>
            <p:ph type="subTitle" idx="1"/>
          </p:nvPr>
        </p:nvSpPr>
        <p:spPr>
          <a:xfrm>
            <a:off x="1371600" y="4198640"/>
            <a:ext cx="6400800" cy="1440159"/>
          </a:xfrm>
        </p:spPr>
        <p:txBody>
          <a:bodyPr anchor="ctr"/>
          <a:lstStyle>
            <a:lvl1pPr marL="0" indent="0" algn="ctr">
              <a:buNone/>
              <a:defRPr sz="2400">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マスター サブタイトルの書式設定</a:t>
            </a:r>
          </a:p>
        </p:txBody>
      </p:sp>
      <p:sp>
        <p:nvSpPr>
          <p:cNvPr id="7" name="スライド番号プレースホルダー 5"/>
          <p:cNvSpPr>
            <a:spLocks noGrp="1"/>
          </p:cNvSpPr>
          <p:nvPr>
            <p:ph type="sldNum" sz="quarter" idx="4"/>
          </p:nvPr>
        </p:nvSpPr>
        <p:spPr>
          <a:xfrm>
            <a:off x="8748464" y="33469"/>
            <a:ext cx="319856" cy="235542"/>
          </a:xfrm>
          <a:prstGeom prst="rect">
            <a:avLst/>
          </a:prstGeom>
          <a:solidFill>
            <a:schemeClr val="bg1"/>
          </a:solidFill>
          <a:ln>
            <a:solidFill>
              <a:schemeClr val="tx1"/>
            </a:solidFill>
          </a:ln>
        </p:spPr>
        <p:txBody>
          <a:bodyPr vert="horz" lIns="91440" tIns="45720" rIns="91440" bIns="45720" rtlCol="0" anchor="ctr"/>
          <a:lstStyle>
            <a:lvl1pPr algn="r">
              <a:defRPr sz="1100">
                <a:solidFill>
                  <a:schemeClr val="tx1"/>
                </a:solidFill>
                <a:latin typeface="+mn-lt"/>
              </a:defRPr>
            </a:lvl1pPr>
          </a:lstStyle>
          <a:p>
            <a:fld id="{20D7992C-48F2-4E31-94B3-AEBFE61D48E1}" type="slidenum">
              <a:rPr lang="ja-JP" altLang="en-US" smtClean="0"/>
              <a:pPr/>
              <a:t>‹#›</a:t>
            </a:fld>
            <a:endParaRPr lang="ja-JP" altLang="en-US" dirty="0"/>
          </a:p>
        </p:txBody>
      </p:sp>
      <p:sp>
        <p:nvSpPr>
          <p:cNvPr id="6" name="フッター プレースホルダー 4">
            <a:extLst>
              <a:ext uri="{FF2B5EF4-FFF2-40B4-BE49-F238E27FC236}">
                <a16:creationId xmlns:a16="http://schemas.microsoft.com/office/drawing/2014/main" id="{71A9C441-2EC7-F58A-09C8-A8B87E88B9ED}"/>
              </a:ext>
            </a:extLst>
          </p:cNvPr>
          <p:cNvSpPr>
            <a:spLocks noGrp="1"/>
          </p:cNvSpPr>
          <p:nvPr>
            <p:ph type="ftr" sz="quarter" idx="3"/>
          </p:nvPr>
        </p:nvSpPr>
        <p:spPr>
          <a:xfrm>
            <a:off x="395536" y="6669360"/>
            <a:ext cx="8352928" cy="188640"/>
          </a:xfrm>
          <a:prstGeom prst="rect">
            <a:avLst/>
          </a:prstGeom>
        </p:spPr>
        <p:txBody>
          <a:bodyPr vert="horz" lIns="91440" tIns="45720" rIns="91440" bIns="45720" rtlCol="0" anchor="ctr"/>
          <a:lstStyle>
            <a:lvl1pPr algn="ctr">
              <a:defRPr sz="1000">
                <a:solidFill>
                  <a:schemeClr val="bg1"/>
                </a:solidFill>
              </a:defRPr>
            </a:lvl1pPr>
          </a:lstStyle>
          <a:p>
            <a:r>
              <a:rPr lang="en-US" altLang="ja-JP" dirty="0"/>
              <a:t>Copyright (C) 2023 General Incorporated Association </a:t>
            </a:r>
            <a:r>
              <a:rPr lang="en-US" altLang="ja-JP" dirty="0" err="1"/>
              <a:t>iRIC</a:t>
            </a:r>
            <a:r>
              <a:rPr lang="en-US" altLang="ja-JP" dirty="0"/>
              <a:t>-UC All Rights Reserved</a:t>
            </a:r>
            <a:endParaRPr lang="ja-JP" altLang="en-US" dirty="0"/>
          </a:p>
        </p:txBody>
      </p:sp>
    </p:spTree>
    <p:extLst>
      <p:ext uri="{BB962C8B-B14F-4D97-AF65-F5344CB8AC3E}">
        <p14:creationId xmlns:p14="http://schemas.microsoft.com/office/powerpoint/2010/main" val="1787857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251520" y="282934"/>
            <a:ext cx="8640960" cy="625785"/>
          </a:xfrm>
        </p:spPr>
        <p:txBody>
          <a:bodyPr anchor="t" anchorCtr="0">
            <a:normAutofit/>
          </a:bodyPr>
          <a:lstStyle>
            <a:lvl1pPr algn="l">
              <a:defRPr sz="2800" u="none" baseline="0">
                <a:solidFill>
                  <a:schemeClr val="tx1">
                    <a:lumMod val="65000"/>
                    <a:lumOff val="35000"/>
                  </a:schemeClr>
                </a:solidFill>
              </a:defRPr>
            </a:lvl1pPr>
          </a:lstStyle>
          <a:p>
            <a:r>
              <a:rPr kumimoji="1" lang="ja-JP" altLang="en-US" dirty="0"/>
              <a:t>マスター タイトルの書式設定</a:t>
            </a:r>
          </a:p>
        </p:txBody>
      </p:sp>
      <p:sp>
        <p:nvSpPr>
          <p:cNvPr id="3" name="コンテンツ プレースホルダー 2"/>
          <p:cNvSpPr>
            <a:spLocks noGrp="1"/>
          </p:cNvSpPr>
          <p:nvPr>
            <p:ph idx="1" hasCustomPrompt="1"/>
          </p:nvPr>
        </p:nvSpPr>
        <p:spPr>
          <a:xfrm>
            <a:off x="251520" y="908720"/>
            <a:ext cx="8640960" cy="864096"/>
          </a:xfrm>
        </p:spPr>
        <p:txBody>
          <a:bodyPr/>
          <a:lstStyle>
            <a:lvl1pPr>
              <a:buFont typeface="Wingdings" pitchFamily="2" charset="2"/>
              <a:buChar char="Ø"/>
              <a:defRPr baseline="0">
                <a:latin typeface="メイリオ" panose="020B0604030504040204" pitchFamily="50" charset="-128"/>
                <a:ea typeface="メイリオ" panose="020B0604030504040204" pitchFamily="50" charset="-128"/>
              </a:defRPr>
            </a:lvl1pPr>
            <a:lvl2pPr>
              <a:defRPr baseline="0">
                <a:latin typeface="メイリオ" panose="020B0604030504040204" pitchFamily="50" charset="-128"/>
                <a:ea typeface="メイリオ" panose="020B0604030504040204" pitchFamily="50" charset="-128"/>
              </a:defRPr>
            </a:lvl2pPr>
            <a:lvl3pPr>
              <a:defRPr baseline="0">
                <a:latin typeface="メイリオ" panose="020B0604030504040204" pitchFamily="50" charset="-128"/>
                <a:ea typeface="メイリオ" panose="020B0604030504040204" pitchFamily="50" charset="-128"/>
              </a:defRPr>
            </a:lvl3pPr>
            <a:lvl4pPr>
              <a:defRPr baseline="0">
                <a:latin typeface="メイリオ" panose="020B0604030504040204" pitchFamily="50" charset="-128"/>
                <a:ea typeface="メイリオ" panose="020B0604030504040204" pitchFamily="50" charset="-128"/>
              </a:defRPr>
            </a:lvl4pPr>
            <a:lvl5pPr>
              <a:defRPr baseline="0">
                <a:latin typeface="メイリオ" panose="020B0604030504040204" pitchFamily="50" charset="-128"/>
                <a:ea typeface="メイリオ" panose="020B0604030504040204" pitchFamily="50" charset="-128"/>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7" name="スライド番号プレースホルダー 5"/>
          <p:cNvSpPr>
            <a:spLocks noGrp="1"/>
          </p:cNvSpPr>
          <p:nvPr>
            <p:ph type="sldNum" sz="quarter" idx="4"/>
          </p:nvPr>
        </p:nvSpPr>
        <p:spPr>
          <a:xfrm>
            <a:off x="8748464" y="33469"/>
            <a:ext cx="319856" cy="235542"/>
          </a:xfrm>
          <a:prstGeom prst="rect">
            <a:avLst/>
          </a:prstGeom>
          <a:solidFill>
            <a:schemeClr val="bg1"/>
          </a:solidFill>
          <a:ln>
            <a:solidFill>
              <a:schemeClr val="tx1"/>
            </a:solidFill>
          </a:ln>
        </p:spPr>
        <p:txBody>
          <a:bodyPr vert="horz" lIns="91440" tIns="45720" rIns="91440" bIns="45720" rtlCol="0" anchor="ctr"/>
          <a:lstStyle>
            <a:lvl1pPr algn="r">
              <a:defRPr sz="900">
                <a:solidFill>
                  <a:schemeClr val="tx1"/>
                </a:solidFill>
                <a:latin typeface="+mn-lt"/>
              </a:defRPr>
            </a:lvl1pPr>
          </a:lstStyle>
          <a:p>
            <a:fld id="{20D7992C-48F2-4E31-94B3-AEBFE61D48E1}" type="slidenum">
              <a:rPr lang="ja-JP" altLang="en-US" smtClean="0"/>
              <a:pPr/>
              <a:t>‹#›</a:t>
            </a:fld>
            <a:endParaRPr lang="ja-JP" altLang="en-US" dirty="0"/>
          </a:p>
        </p:txBody>
      </p:sp>
      <p:sp>
        <p:nvSpPr>
          <p:cNvPr id="6" name="フッター プレースホルダー 4">
            <a:extLst>
              <a:ext uri="{FF2B5EF4-FFF2-40B4-BE49-F238E27FC236}">
                <a16:creationId xmlns:a16="http://schemas.microsoft.com/office/drawing/2014/main" id="{F4B83531-4B5B-CD7C-06D1-C4B819C1DA2A}"/>
              </a:ext>
            </a:extLst>
          </p:cNvPr>
          <p:cNvSpPr>
            <a:spLocks noGrp="1"/>
          </p:cNvSpPr>
          <p:nvPr>
            <p:ph type="ftr" sz="quarter" idx="3"/>
          </p:nvPr>
        </p:nvSpPr>
        <p:spPr>
          <a:xfrm>
            <a:off x="395536" y="6669360"/>
            <a:ext cx="8352928" cy="188640"/>
          </a:xfrm>
          <a:prstGeom prst="rect">
            <a:avLst/>
          </a:prstGeom>
        </p:spPr>
        <p:txBody>
          <a:bodyPr vert="horz" lIns="91440" tIns="45720" rIns="91440" bIns="45720" rtlCol="0" anchor="ctr"/>
          <a:lstStyle>
            <a:lvl1pPr algn="ctr">
              <a:defRPr sz="1000">
                <a:solidFill>
                  <a:schemeClr val="bg1"/>
                </a:solidFill>
              </a:defRPr>
            </a:lvl1pPr>
          </a:lstStyle>
          <a:p>
            <a:r>
              <a:rPr lang="en-US" altLang="ja-JP" dirty="0"/>
              <a:t>Copyright (C) 2023 General Incorporated Association </a:t>
            </a:r>
            <a:r>
              <a:rPr lang="en-US" altLang="ja-JP" dirty="0" err="1"/>
              <a:t>iRIC</a:t>
            </a:r>
            <a:r>
              <a:rPr lang="en-US" altLang="ja-JP" dirty="0"/>
              <a:t>-UC All Rights Reserved</a:t>
            </a:r>
            <a:endParaRPr lang="ja-JP" altLang="en-US" dirty="0"/>
          </a:p>
        </p:txBody>
      </p:sp>
    </p:spTree>
    <p:extLst>
      <p:ext uri="{BB962C8B-B14F-4D97-AF65-F5344CB8AC3E}">
        <p14:creationId xmlns:p14="http://schemas.microsoft.com/office/powerpoint/2010/main" val="192886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251520" y="282934"/>
            <a:ext cx="8640960" cy="625785"/>
          </a:xfrm>
        </p:spPr>
        <p:txBody>
          <a:bodyPr anchor="t" anchorCtr="0">
            <a:normAutofit/>
          </a:bodyPr>
          <a:lstStyle>
            <a:lvl1pPr algn="l">
              <a:defRPr sz="2800" u="none" baseline="0">
                <a:solidFill>
                  <a:schemeClr val="tx1">
                    <a:lumMod val="65000"/>
                    <a:lumOff val="35000"/>
                  </a:schemeClr>
                </a:solidFill>
              </a:defRPr>
            </a:lvl1pPr>
          </a:lstStyle>
          <a:p>
            <a:r>
              <a:rPr kumimoji="1" lang="ja-JP" altLang="en-US" dirty="0"/>
              <a:t>マスター タイトルの書式設定</a:t>
            </a:r>
          </a:p>
        </p:txBody>
      </p:sp>
      <p:sp>
        <p:nvSpPr>
          <p:cNvPr id="7" name="スライド番号プレースホルダー 5"/>
          <p:cNvSpPr>
            <a:spLocks noGrp="1"/>
          </p:cNvSpPr>
          <p:nvPr>
            <p:ph type="sldNum" sz="quarter" idx="4"/>
          </p:nvPr>
        </p:nvSpPr>
        <p:spPr>
          <a:xfrm>
            <a:off x="8748464" y="33469"/>
            <a:ext cx="319856" cy="235542"/>
          </a:xfrm>
          <a:prstGeom prst="rect">
            <a:avLst/>
          </a:prstGeom>
          <a:solidFill>
            <a:schemeClr val="bg1"/>
          </a:solidFill>
          <a:ln>
            <a:solidFill>
              <a:schemeClr val="tx1"/>
            </a:solidFill>
          </a:ln>
        </p:spPr>
        <p:txBody>
          <a:bodyPr vert="horz" lIns="91440" tIns="45720" rIns="91440" bIns="45720" rtlCol="0" anchor="ctr"/>
          <a:lstStyle>
            <a:lvl1pPr algn="r">
              <a:defRPr sz="900">
                <a:solidFill>
                  <a:schemeClr val="tx1"/>
                </a:solidFill>
                <a:latin typeface="+mn-lt"/>
              </a:defRPr>
            </a:lvl1pPr>
          </a:lstStyle>
          <a:p>
            <a:fld id="{20D7992C-48F2-4E31-94B3-AEBFE61D48E1}" type="slidenum">
              <a:rPr lang="ja-JP" altLang="en-US" smtClean="0"/>
              <a:pPr/>
              <a:t>‹#›</a:t>
            </a:fld>
            <a:endParaRPr lang="ja-JP" altLang="en-US" dirty="0"/>
          </a:p>
        </p:txBody>
      </p:sp>
      <p:sp>
        <p:nvSpPr>
          <p:cNvPr id="6" name="フッター プレースホルダー 4">
            <a:extLst>
              <a:ext uri="{FF2B5EF4-FFF2-40B4-BE49-F238E27FC236}">
                <a16:creationId xmlns:a16="http://schemas.microsoft.com/office/drawing/2014/main" id="{F4B83531-4B5B-CD7C-06D1-C4B819C1DA2A}"/>
              </a:ext>
            </a:extLst>
          </p:cNvPr>
          <p:cNvSpPr>
            <a:spLocks noGrp="1"/>
          </p:cNvSpPr>
          <p:nvPr>
            <p:ph type="ftr" sz="quarter" idx="3"/>
          </p:nvPr>
        </p:nvSpPr>
        <p:spPr>
          <a:xfrm>
            <a:off x="395536" y="6669360"/>
            <a:ext cx="8352928" cy="188640"/>
          </a:xfrm>
          <a:prstGeom prst="rect">
            <a:avLst/>
          </a:prstGeom>
        </p:spPr>
        <p:txBody>
          <a:bodyPr vert="horz" lIns="91440" tIns="45720" rIns="91440" bIns="45720" rtlCol="0" anchor="ctr"/>
          <a:lstStyle>
            <a:lvl1pPr algn="ctr">
              <a:defRPr sz="1000">
                <a:solidFill>
                  <a:schemeClr val="bg1"/>
                </a:solidFill>
              </a:defRPr>
            </a:lvl1pPr>
          </a:lstStyle>
          <a:p>
            <a:r>
              <a:rPr lang="en-US" altLang="ja-JP" dirty="0"/>
              <a:t>Copyright (C) 2023 General Incorporated Association </a:t>
            </a:r>
            <a:r>
              <a:rPr lang="en-US" altLang="ja-JP" dirty="0" err="1"/>
              <a:t>iRIC</a:t>
            </a:r>
            <a:r>
              <a:rPr lang="en-US" altLang="ja-JP" dirty="0"/>
              <a:t>-UC All Rights Reserved</a:t>
            </a:r>
            <a:endParaRPr lang="ja-JP" altLang="en-US" dirty="0"/>
          </a:p>
        </p:txBody>
      </p:sp>
    </p:spTree>
    <p:extLst>
      <p:ext uri="{BB962C8B-B14F-4D97-AF65-F5344CB8AC3E}">
        <p14:creationId xmlns:p14="http://schemas.microsoft.com/office/powerpoint/2010/main" val="8214427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971600" y="3459212"/>
            <a:ext cx="7200800" cy="1362075"/>
          </a:xfrm>
        </p:spPr>
        <p:txBody>
          <a:bodyPr anchor="ctr">
            <a:normAutofit/>
          </a:bodyPr>
          <a:lstStyle>
            <a:lvl1pPr algn="l">
              <a:defRPr sz="3200" b="1" cap="all">
                <a:solidFill>
                  <a:schemeClr val="tx1">
                    <a:lumMod val="65000"/>
                    <a:lumOff val="35000"/>
                  </a:schemeClr>
                </a:solidFill>
              </a:defRPr>
            </a:lvl1p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971600" y="4881141"/>
            <a:ext cx="7200800" cy="1500187"/>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dirty="0"/>
              <a:t>マスター テキストの書式設定</a:t>
            </a:r>
          </a:p>
        </p:txBody>
      </p:sp>
      <p:sp>
        <p:nvSpPr>
          <p:cNvPr id="6" name="スライド番号プレースホルダー 5"/>
          <p:cNvSpPr>
            <a:spLocks noGrp="1"/>
          </p:cNvSpPr>
          <p:nvPr>
            <p:ph type="sldNum" sz="quarter" idx="12"/>
          </p:nvPr>
        </p:nvSpPr>
        <p:spPr/>
        <p:txBody>
          <a:bodyPr/>
          <a:lstStyle/>
          <a:p>
            <a:fld id="{20D7992C-48F2-4E31-94B3-AEBFE61D48E1}" type="slidenum">
              <a:rPr kumimoji="1" lang="ja-JP" altLang="en-US" smtClean="0"/>
              <a:pPr/>
              <a:t>‹#›</a:t>
            </a:fld>
            <a:endParaRPr kumimoji="1" lang="ja-JP" altLang="en-US"/>
          </a:p>
        </p:txBody>
      </p:sp>
      <p:sp>
        <p:nvSpPr>
          <p:cNvPr id="7" name="フッター プレースホルダー 4">
            <a:extLst>
              <a:ext uri="{FF2B5EF4-FFF2-40B4-BE49-F238E27FC236}">
                <a16:creationId xmlns:a16="http://schemas.microsoft.com/office/drawing/2014/main" id="{89E2A28E-9E73-4626-8477-28F1CD8914C5}"/>
              </a:ext>
            </a:extLst>
          </p:cNvPr>
          <p:cNvSpPr>
            <a:spLocks noGrp="1"/>
          </p:cNvSpPr>
          <p:nvPr>
            <p:ph type="ftr" sz="quarter" idx="3"/>
          </p:nvPr>
        </p:nvSpPr>
        <p:spPr>
          <a:xfrm>
            <a:off x="395536" y="6669360"/>
            <a:ext cx="8352928" cy="188640"/>
          </a:xfrm>
          <a:prstGeom prst="rect">
            <a:avLst/>
          </a:prstGeom>
        </p:spPr>
        <p:txBody>
          <a:bodyPr vert="horz" lIns="91440" tIns="45720" rIns="91440" bIns="45720" rtlCol="0" anchor="ctr"/>
          <a:lstStyle>
            <a:lvl1pPr algn="ctr">
              <a:defRPr sz="1000">
                <a:solidFill>
                  <a:schemeClr val="bg1"/>
                </a:solidFill>
              </a:defRPr>
            </a:lvl1pPr>
          </a:lstStyle>
          <a:p>
            <a:r>
              <a:rPr lang="en-US" altLang="ja-JP" dirty="0"/>
              <a:t>Copyright (C) 2023 General Incorporated Association </a:t>
            </a:r>
            <a:r>
              <a:rPr lang="en-US" altLang="ja-JP" dirty="0" err="1"/>
              <a:t>iRIC</a:t>
            </a:r>
            <a:r>
              <a:rPr lang="en-US" altLang="ja-JP" dirty="0"/>
              <a:t>-UC All Rights Reserved</a:t>
            </a:r>
            <a:endParaRPr lang="ja-JP" altLang="en-US" dirty="0"/>
          </a:p>
        </p:txBody>
      </p:sp>
    </p:spTree>
    <p:extLst>
      <p:ext uri="{BB962C8B-B14F-4D97-AF65-F5344CB8AC3E}">
        <p14:creationId xmlns:p14="http://schemas.microsoft.com/office/powerpoint/2010/main" val="3056683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2"/>
          </p:nvPr>
        </p:nvSpPr>
        <p:spPr/>
        <p:txBody>
          <a:bodyPr/>
          <a:lstStyle/>
          <a:p>
            <a:fld id="{20D7992C-48F2-4E31-94B3-AEBFE61D48E1}" type="slidenum">
              <a:rPr kumimoji="1" lang="ja-JP" altLang="en-US" smtClean="0"/>
              <a:pPr/>
              <a:t>‹#›</a:t>
            </a:fld>
            <a:endParaRPr kumimoji="1" lang="ja-JP" altLang="en-US"/>
          </a:p>
        </p:txBody>
      </p:sp>
      <p:sp>
        <p:nvSpPr>
          <p:cNvPr id="5" name="フッター プレースホルダー 4">
            <a:extLst>
              <a:ext uri="{FF2B5EF4-FFF2-40B4-BE49-F238E27FC236}">
                <a16:creationId xmlns:a16="http://schemas.microsoft.com/office/drawing/2014/main" id="{2C99EB74-EA57-11FE-8F73-39C1DD7E4CFB}"/>
              </a:ext>
            </a:extLst>
          </p:cNvPr>
          <p:cNvSpPr>
            <a:spLocks noGrp="1"/>
          </p:cNvSpPr>
          <p:nvPr>
            <p:ph type="ftr" sz="quarter" idx="3"/>
          </p:nvPr>
        </p:nvSpPr>
        <p:spPr>
          <a:xfrm>
            <a:off x="395536" y="6669360"/>
            <a:ext cx="8352928" cy="188640"/>
          </a:xfrm>
          <a:prstGeom prst="rect">
            <a:avLst/>
          </a:prstGeom>
        </p:spPr>
        <p:txBody>
          <a:bodyPr vert="horz" lIns="91440" tIns="45720" rIns="91440" bIns="45720" rtlCol="0" anchor="ctr"/>
          <a:lstStyle>
            <a:lvl1pPr algn="ctr">
              <a:defRPr sz="1000">
                <a:solidFill>
                  <a:schemeClr val="bg1"/>
                </a:solidFill>
              </a:defRPr>
            </a:lvl1pPr>
          </a:lstStyle>
          <a:p>
            <a:r>
              <a:rPr lang="en-US" altLang="ja-JP" dirty="0"/>
              <a:t>Copyright (C) 2023 General Incorporated Association </a:t>
            </a:r>
            <a:r>
              <a:rPr lang="en-US" altLang="ja-JP" dirty="0" err="1"/>
              <a:t>iRIC</a:t>
            </a:r>
            <a:r>
              <a:rPr lang="en-US" altLang="ja-JP" dirty="0"/>
              <a:t>-UC All Rights Reserved</a:t>
            </a:r>
            <a:endParaRPr lang="ja-JP" altLang="en-US" dirty="0"/>
          </a:p>
        </p:txBody>
      </p:sp>
    </p:spTree>
    <p:extLst>
      <p:ext uri="{BB962C8B-B14F-4D97-AF65-F5344CB8AC3E}">
        <p14:creationId xmlns:p14="http://schemas.microsoft.com/office/powerpoint/2010/main" val="67670922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正方形/長方形 3"/>
          <p:cNvSpPr/>
          <p:nvPr userDrawn="1"/>
        </p:nvSpPr>
        <p:spPr>
          <a:xfrm>
            <a:off x="0" y="6669360"/>
            <a:ext cx="9144000" cy="18864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Rectangle 49" descr="横線 (反転)"/>
          <p:cNvSpPr>
            <a:spLocks noChangeArrowheads="1"/>
          </p:cNvSpPr>
          <p:nvPr userDrawn="1"/>
        </p:nvSpPr>
        <p:spPr bwMode="auto">
          <a:xfrm>
            <a:off x="0" y="85452"/>
            <a:ext cx="9144000" cy="103188"/>
          </a:xfrm>
          <a:prstGeom prst="rect">
            <a:avLst/>
          </a:prstGeom>
          <a:pattFill prst="narHorz">
            <a:fgClr>
              <a:srgbClr val="808080"/>
            </a:fgClr>
            <a:bgClr>
              <a:srgbClr val="FFFFFF"/>
            </a:bgClr>
          </a:pattFill>
          <a:ln>
            <a:noFill/>
          </a:ln>
          <a:effectLst/>
          <a:extLst>
            <a:ext uri="{91240B29-F687-4F45-9708-019B960494DF}">
              <a14:hiddenLine xmlns:a14="http://schemas.microsoft.com/office/drawing/2010/main" w="6350" algn="ctr">
                <a:solidFill>
                  <a:schemeClr val="tx1"/>
                </a:solidFill>
                <a:miter lim="800000"/>
                <a:headEnd/>
                <a:tailEnd/>
              </a14:hiddenLine>
            </a:ext>
            <a:ext uri="{AF507438-7753-43E0-B8FC-AC1667EBCBE1}">
              <a14:hiddenEffects xmlns:a14="http://schemas.microsoft.com/office/drawing/2010/main">
                <a:effectLst>
                  <a:outerShdw dist="17961" dir="13500000" algn="ctr" rotWithShape="0">
                    <a:srgbClr val="808080">
                      <a:gamma/>
                      <a:shade val="60000"/>
                      <a:invGamma/>
                    </a:srgbClr>
                  </a:outerShdw>
                </a:effectLst>
              </a14:hiddenEffects>
            </a:ext>
          </a:extLst>
        </p:spPr>
        <p:txBody>
          <a:bodyPr wrap="none" anchor="ctr"/>
          <a:lstStyle/>
          <a:p>
            <a:endParaRPr lang="ja-JP" altLang="en-US"/>
          </a:p>
        </p:txBody>
      </p:sp>
      <p:sp>
        <p:nvSpPr>
          <p:cNvPr id="2" name="タイトル プレースホルダー 1"/>
          <p:cNvSpPr>
            <a:spLocks noGrp="1"/>
          </p:cNvSpPr>
          <p:nvPr>
            <p:ph type="title"/>
          </p:nvPr>
        </p:nvSpPr>
        <p:spPr>
          <a:xfrm>
            <a:off x="251520" y="210927"/>
            <a:ext cx="8640960" cy="625785"/>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251520" y="836713"/>
            <a:ext cx="8640960" cy="864096"/>
          </a:xfrm>
          <a:prstGeom prst="rect">
            <a:avLst/>
          </a:prstGeom>
        </p:spPr>
        <p:txBody>
          <a:bodyPr vert="horz" lIns="91440" tIns="45720" rIns="91440" bIns="45720" rtlCol="0">
            <a:no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5" name="フッター プレースホルダー 4"/>
          <p:cNvSpPr>
            <a:spLocks noGrp="1"/>
          </p:cNvSpPr>
          <p:nvPr>
            <p:ph type="ftr" sz="quarter" idx="3"/>
          </p:nvPr>
        </p:nvSpPr>
        <p:spPr>
          <a:xfrm>
            <a:off x="395536" y="6669360"/>
            <a:ext cx="8352928" cy="188640"/>
          </a:xfrm>
          <a:prstGeom prst="rect">
            <a:avLst/>
          </a:prstGeom>
        </p:spPr>
        <p:txBody>
          <a:bodyPr vert="horz" lIns="91440" tIns="45720" rIns="91440" bIns="45720" rtlCol="0" anchor="ctr"/>
          <a:lstStyle>
            <a:lvl1pPr algn="ctr">
              <a:defRPr sz="1000">
                <a:solidFill>
                  <a:schemeClr val="bg1"/>
                </a:solidFill>
              </a:defRPr>
            </a:lvl1pPr>
          </a:lstStyle>
          <a:p>
            <a:r>
              <a:rPr lang="en-US" altLang="ja-JP" dirty="0"/>
              <a:t>Copyright (C) 2023 General Incorporated Association </a:t>
            </a:r>
            <a:r>
              <a:rPr lang="en-US" altLang="ja-JP" dirty="0" err="1"/>
              <a:t>iRIC</a:t>
            </a:r>
            <a:r>
              <a:rPr lang="en-US" altLang="ja-JP" dirty="0"/>
              <a:t>-UC All Rights Reserved</a:t>
            </a:r>
            <a:endParaRPr lang="ja-JP" altLang="en-US" dirty="0"/>
          </a:p>
        </p:txBody>
      </p:sp>
      <p:sp>
        <p:nvSpPr>
          <p:cNvPr id="6" name="スライド番号プレースホルダー 5"/>
          <p:cNvSpPr>
            <a:spLocks noGrp="1"/>
          </p:cNvSpPr>
          <p:nvPr>
            <p:ph type="sldNum" sz="quarter" idx="4"/>
          </p:nvPr>
        </p:nvSpPr>
        <p:spPr>
          <a:xfrm>
            <a:off x="8748464" y="33469"/>
            <a:ext cx="319856" cy="235542"/>
          </a:xfrm>
          <a:prstGeom prst="rect">
            <a:avLst/>
          </a:prstGeom>
          <a:solidFill>
            <a:schemeClr val="bg1"/>
          </a:solidFill>
          <a:ln>
            <a:solidFill>
              <a:schemeClr val="tx1"/>
            </a:solidFill>
          </a:ln>
        </p:spPr>
        <p:txBody>
          <a:bodyPr vert="horz" lIns="91440" tIns="45720" rIns="91440" bIns="45720" rtlCol="0" anchor="ctr"/>
          <a:lstStyle>
            <a:lvl1pPr algn="r">
              <a:defRPr sz="900">
                <a:solidFill>
                  <a:schemeClr val="tx1"/>
                </a:solidFill>
                <a:latin typeface="+mn-lt"/>
              </a:defRPr>
            </a:lvl1pPr>
          </a:lstStyle>
          <a:p>
            <a:fld id="{20D7992C-48F2-4E31-94B3-AEBFE61D48E1}" type="slidenum">
              <a:rPr lang="ja-JP" altLang="en-US" smtClean="0"/>
              <a:pPr/>
              <a:t>‹#›</a:t>
            </a:fld>
            <a:endParaRPr lang="ja-JP" altLang="en-US" dirty="0"/>
          </a:p>
        </p:txBody>
      </p:sp>
    </p:spTree>
    <p:extLst>
      <p:ext uri="{BB962C8B-B14F-4D97-AF65-F5344CB8AC3E}">
        <p14:creationId xmlns:p14="http://schemas.microsoft.com/office/powerpoint/2010/main" val="40161505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5" r:id="rId5"/>
  </p:sldLayoutIdLst>
  <p:hf hdr="0" dt="0"/>
  <p:txStyles>
    <p:titleStyle>
      <a:lvl1pPr algn="l" defTabSz="914400" rtl="0" eaLnBrk="1" latinLnBrk="0" hangingPunct="1">
        <a:spcBef>
          <a:spcPct val="0"/>
        </a:spcBef>
        <a:buNone/>
        <a:defRPr kumimoji="1" sz="3200" kern="1200">
          <a:solidFill>
            <a:schemeClr val="tx1">
              <a:lumMod val="65000"/>
              <a:lumOff val="35000"/>
            </a:schemeClr>
          </a:solidFill>
          <a:latin typeface="メイリオ" panose="020B0604030504040204" pitchFamily="50" charset="-128"/>
          <a:ea typeface="メイリオ" panose="020B0604030504040204" pitchFamily="50" charset="-128"/>
          <a:cs typeface="+mj-cs"/>
        </a:defRPr>
      </a:lvl1pPr>
    </p:titleStyle>
    <p:bodyStyle>
      <a:lvl1pPr marL="342900" indent="-342900" algn="l" defTabSz="914400" rtl="0" eaLnBrk="1" latinLnBrk="0" hangingPunct="1">
        <a:spcBef>
          <a:spcPct val="20000"/>
        </a:spcBef>
        <a:buFont typeface="Arial" pitchFamily="34" charset="0"/>
        <a:buChar char="•"/>
        <a:defRPr kumimoji="1" sz="1600" kern="1200">
          <a:solidFill>
            <a:schemeClr val="tx1">
              <a:lumMod val="65000"/>
              <a:lumOff val="35000"/>
            </a:schemeClr>
          </a:solidFill>
          <a:latin typeface="メイリオ" panose="020B0604030504040204" pitchFamily="50" charset="-128"/>
          <a:ea typeface="メイリオ" panose="020B0604030504040204" pitchFamily="50" charset="-128"/>
          <a:cs typeface="+mn-cs"/>
        </a:defRPr>
      </a:lvl1pPr>
      <a:lvl2pPr marL="742950" indent="-285750" algn="l" defTabSz="914400" rtl="0" eaLnBrk="1" latinLnBrk="0" hangingPunct="1">
        <a:spcBef>
          <a:spcPct val="20000"/>
        </a:spcBef>
        <a:buFont typeface="Arial" pitchFamily="34" charset="0"/>
        <a:buChar char="–"/>
        <a:defRPr kumimoji="1" sz="1600" kern="1200">
          <a:solidFill>
            <a:schemeClr val="tx1">
              <a:lumMod val="65000"/>
              <a:lumOff val="35000"/>
            </a:schemeClr>
          </a:solidFill>
          <a:latin typeface="メイリオ" panose="020B0604030504040204" pitchFamily="50" charset="-128"/>
          <a:ea typeface="メイリオ" panose="020B0604030504040204" pitchFamily="50" charset="-128"/>
          <a:cs typeface="+mn-cs"/>
        </a:defRPr>
      </a:lvl2pPr>
      <a:lvl3pPr marL="1143000" indent="-228600" algn="l" defTabSz="914400" rtl="0" eaLnBrk="1" latinLnBrk="0" hangingPunct="1">
        <a:spcBef>
          <a:spcPct val="20000"/>
        </a:spcBef>
        <a:buFont typeface="Arial" pitchFamily="34" charset="0"/>
        <a:buChar char="•"/>
        <a:defRPr kumimoji="1" sz="1600" kern="1200">
          <a:solidFill>
            <a:schemeClr val="tx1">
              <a:lumMod val="65000"/>
              <a:lumOff val="35000"/>
            </a:schemeClr>
          </a:solidFill>
          <a:latin typeface="メイリオ" panose="020B0604030504040204" pitchFamily="50" charset="-128"/>
          <a:ea typeface="メイリオ" panose="020B0604030504040204" pitchFamily="50" charset="-128"/>
          <a:cs typeface="+mn-cs"/>
        </a:defRPr>
      </a:lvl3pPr>
      <a:lvl4pPr marL="1600200" indent="-228600" algn="l" defTabSz="914400" rtl="0" eaLnBrk="1" latinLnBrk="0" hangingPunct="1">
        <a:spcBef>
          <a:spcPct val="20000"/>
        </a:spcBef>
        <a:buFont typeface="Arial" pitchFamily="34" charset="0"/>
        <a:buChar char="–"/>
        <a:defRPr kumimoji="1" sz="1600" kern="1200">
          <a:solidFill>
            <a:schemeClr val="tx1">
              <a:lumMod val="65000"/>
              <a:lumOff val="35000"/>
            </a:schemeClr>
          </a:solidFill>
          <a:latin typeface="メイリオ" panose="020B0604030504040204" pitchFamily="50" charset="-128"/>
          <a:ea typeface="メイリオ" panose="020B0604030504040204" pitchFamily="50" charset="-128"/>
          <a:cs typeface="+mn-cs"/>
        </a:defRPr>
      </a:lvl4pPr>
      <a:lvl5pPr marL="2057400" indent="-228600" algn="l" defTabSz="914400" rtl="0" eaLnBrk="1" latinLnBrk="0" hangingPunct="1">
        <a:spcBef>
          <a:spcPct val="20000"/>
        </a:spcBef>
        <a:buFont typeface="Arial" pitchFamily="34" charset="0"/>
        <a:buChar char="»"/>
        <a:defRPr kumimoji="1" sz="1600" kern="1200">
          <a:solidFill>
            <a:schemeClr val="tx1">
              <a:lumMod val="65000"/>
              <a:lumOff val="35000"/>
            </a:schemeClr>
          </a:solidFill>
          <a:latin typeface="メイリオ" panose="020B0604030504040204" pitchFamily="50" charset="-128"/>
          <a:ea typeface="メイリオ" panose="020B060403050404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ools.i-ric.info/login/" TargetMode="External"/><Relationship Id="rId2" Type="http://schemas.openxmlformats.org/officeDocument/2006/relationships/hyperlink" Target="https://i-ric.org/uc/uc_products/rri_examples/manuals/01_introduction.htm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6EA3B83-9860-64B2-3515-695372FF15D5}"/>
              </a:ext>
            </a:extLst>
          </p:cNvPr>
          <p:cNvSpPr txBox="1"/>
          <p:nvPr/>
        </p:nvSpPr>
        <p:spPr>
          <a:xfrm>
            <a:off x="143508" y="188640"/>
            <a:ext cx="8856984" cy="6740307"/>
          </a:xfrm>
          <a:prstGeom prst="rect">
            <a:avLst/>
          </a:prstGeom>
          <a:noFill/>
        </p:spPr>
        <p:txBody>
          <a:bodyPr wrap="square" rtlCol="0">
            <a:spAutoFit/>
          </a:bodyPr>
          <a:lstStyle/>
          <a:p>
            <a:r>
              <a:rPr kumimoji="1" lang="ja-JP" altLang="en-US" sz="1600" dirty="0"/>
              <a:t>メモ：</a:t>
            </a:r>
            <a:endParaRPr kumimoji="1" lang="en-US" altLang="ja-JP" sz="1600" dirty="0"/>
          </a:p>
          <a:p>
            <a:endParaRPr kumimoji="1" lang="en-US" altLang="ja-JP" sz="1600" dirty="0"/>
          </a:p>
          <a:p>
            <a:r>
              <a:rPr lang="ja-JP" altLang="en-US" sz="1600" dirty="0"/>
              <a:t>・</a:t>
            </a:r>
            <a:r>
              <a:rPr lang="en-US" altLang="ja-JP" sz="1600" dirty="0"/>
              <a:t>RRI on </a:t>
            </a:r>
            <a:r>
              <a:rPr lang="en-US" altLang="ja-JP" sz="1600" dirty="0" err="1"/>
              <a:t>iRIC</a:t>
            </a:r>
            <a:r>
              <a:rPr lang="ja-JP" altLang="en-US" sz="1600" dirty="0"/>
              <a:t>の使い方は、このスライドに加えて下記を参照。</a:t>
            </a:r>
            <a:br>
              <a:rPr lang="en-US" altLang="ja-JP" sz="1600" dirty="0"/>
            </a:br>
            <a:r>
              <a:rPr lang="en-US" altLang="ja-JP" sz="1600" dirty="0">
                <a:hlinkClick r:id="rId2"/>
              </a:rPr>
              <a:t>https://i-ric.org/uc/uc_products/rri_examples/manuals/01_introduction.html</a:t>
            </a:r>
            <a:endParaRPr lang="en-US" altLang="ja-JP" sz="1600" dirty="0"/>
          </a:p>
          <a:p>
            <a:r>
              <a:rPr kumimoji="1" lang="ja-JP" altLang="en-US" sz="1600" dirty="0"/>
              <a:t>・</a:t>
            </a:r>
            <a:r>
              <a:rPr kumimoji="1" lang="en-US" altLang="ja-JP" sz="1600" dirty="0" err="1"/>
              <a:t>iRIC</a:t>
            </a:r>
            <a:r>
              <a:rPr kumimoji="1" lang="en-US" altLang="ja-JP" sz="1600" dirty="0"/>
              <a:t>-UC tools (ICHARM</a:t>
            </a:r>
            <a:r>
              <a:rPr kumimoji="1" lang="ja-JP" altLang="en-US" sz="1600" dirty="0"/>
              <a:t>メンバーはメールアドレスでログインできるはず</a:t>
            </a:r>
            <a:r>
              <a:rPr kumimoji="1" lang="en-US" altLang="ja-JP" sz="1600" dirty="0"/>
              <a:t>)</a:t>
            </a:r>
            <a:br>
              <a:rPr kumimoji="1" lang="en-US" altLang="ja-JP" sz="1600" dirty="0"/>
            </a:br>
            <a:r>
              <a:rPr lang="en-US" altLang="ja-JP" sz="1600" dirty="0">
                <a:hlinkClick r:id="rId3"/>
              </a:rPr>
              <a:t>UC tools</a:t>
            </a:r>
            <a:r>
              <a:rPr lang="ja-JP" altLang="en-US" sz="1600" dirty="0">
                <a:hlinkClick r:id="rId3"/>
              </a:rPr>
              <a:t>　ログイン </a:t>
            </a:r>
            <a:r>
              <a:rPr lang="en-US" altLang="ja-JP" sz="1600" dirty="0">
                <a:hlinkClick r:id="rId3"/>
              </a:rPr>
              <a:t>(i-ric.info)</a:t>
            </a:r>
            <a:endParaRPr lang="en-US" altLang="ja-JP" sz="1600" dirty="0"/>
          </a:p>
          <a:p>
            <a:endParaRPr kumimoji="1" lang="en-US" altLang="ja-JP" sz="1600" dirty="0"/>
          </a:p>
          <a:p>
            <a:r>
              <a:rPr lang="en-US" altLang="ja-JP" sz="1600" dirty="0"/>
              <a:t>GUI</a:t>
            </a:r>
            <a:r>
              <a:rPr lang="ja-JP" altLang="en-US" sz="1600" dirty="0"/>
              <a:t>の改変：</a:t>
            </a:r>
            <a:endParaRPr lang="en-US" altLang="ja-JP" sz="1600" dirty="0"/>
          </a:p>
          <a:p>
            <a:r>
              <a:rPr lang="ja-JP" altLang="en-US" sz="1600" dirty="0"/>
              <a:t>・変数を読み込むとき：</a:t>
            </a:r>
            <a:r>
              <a:rPr lang="en-US" altLang="ja-JP" sz="1600" dirty="0"/>
              <a:t>definition.xml</a:t>
            </a:r>
            <a:r>
              <a:rPr lang="ja-JP" altLang="en-US" sz="1600" dirty="0"/>
              <a:t>ファイルで定義すれば</a:t>
            </a:r>
            <a:r>
              <a:rPr lang="en-US" altLang="ja-JP" sz="1600" dirty="0"/>
              <a:t>GUI</a:t>
            </a:r>
            <a:r>
              <a:rPr lang="ja-JP" altLang="en-US" sz="1600" dirty="0"/>
              <a:t>に反映され、変数は</a:t>
            </a:r>
            <a:r>
              <a:rPr lang="en-US" altLang="ja-JP" sz="1600" dirty="0"/>
              <a:t>RRI_Read.f90</a:t>
            </a:r>
            <a:r>
              <a:rPr lang="ja-JP" altLang="en-US" sz="1600" dirty="0"/>
              <a:t>などで読み込む。</a:t>
            </a:r>
            <a:endParaRPr lang="en-US" altLang="ja-JP" sz="1600" dirty="0"/>
          </a:p>
          <a:p>
            <a:r>
              <a:rPr lang="ja-JP" altLang="en-US" sz="1600" dirty="0"/>
              <a:t>・計算結果の出力：</a:t>
            </a:r>
            <a:r>
              <a:rPr lang="en-US" altLang="ja-JP" sz="1600" dirty="0"/>
              <a:t>RRI_iRIC_Mod.f90</a:t>
            </a:r>
            <a:r>
              <a:rPr lang="ja-JP" altLang="en-US" sz="1600" dirty="0"/>
              <a:t>内の</a:t>
            </a:r>
            <a:r>
              <a:rPr lang="en-US" altLang="ja-JP" sz="1600" b="0" dirty="0">
                <a:solidFill>
                  <a:srgbClr val="0000FF"/>
                </a:solidFill>
                <a:effectLst/>
                <a:highlight>
                  <a:srgbClr val="FFFFFF"/>
                </a:highlight>
                <a:latin typeface="Consolas" panose="020B0609020204030204" pitchFamily="49" charset="0"/>
              </a:rPr>
              <a:t>subroutine</a:t>
            </a:r>
            <a:r>
              <a:rPr lang="en-US" altLang="ja-JP" sz="1600" b="0" dirty="0">
                <a:solidFill>
                  <a:srgbClr val="000000"/>
                </a:solidFill>
                <a:effectLst/>
                <a:highlight>
                  <a:srgbClr val="FFFFFF"/>
                </a:highlight>
                <a:latin typeface="Consolas" panose="020B0609020204030204" pitchFamily="49" charset="0"/>
              </a:rPr>
              <a:t> </a:t>
            </a:r>
            <a:r>
              <a:rPr lang="en-US" altLang="ja-JP" sz="1600" b="0" dirty="0" err="1">
                <a:solidFill>
                  <a:srgbClr val="795E26"/>
                </a:solidFill>
                <a:effectLst/>
                <a:highlight>
                  <a:srgbClr val="FFFFFF"/>
                </a:highlight>
                <a:latin typeface="Consolas" panose="020B0609020204030204" pitchFamily="49" charset="0"/>
              </a:rPr>
              <a:t>iric_cgns_output_result</a:t>
            </a:r>
            <a:r>
              <a:rPr lang="ja-JP" altLang="en-US" sz="1600" dirty="0">
                <a:solidFill>
                  <a:srgbClr val="000000"/>
                </a:solidFill>
                <a:highlight>
                  <a:srgbClr val="FFFFFF"/>
                </a:highlight>
                <a:latin typeface="Consolas" panose="020B0609020204030204" pitchFamily="49" charset="0"/>
              </a:rPr>
              <a:t>　に書き込むことで、</a:t>
            </a:r>
            <a:r>
              <a:rPr lang="en-US" altLang="ja-JP" sz="1600" dirty="0">
                <a:solidFill>
                  <a:srgbClr val="000000"/>
                </a:solidFill>
                <a:highlight>
                  <a:srgbClr val="FFFFFF"/>
                </a:highlight>
                <a:latin typeface="Consolas" panose="020B0609020204030204" pitchFamily="49" charset="0"/>
              </a:rPr>
              <a:t>GUI</a:t>
            </a:r>
            <a:r>
              <a:rPr lang="ja-JP" altLang="en-US" sz="1600" dirty="0">
                <a:solidFill>
                  <a:srgbClr val="000000"/>
                </a:solidFill>
                <a:highlight>
                  <a:srgbClr val="FFFFFF"/>
                </a:highlight>
                <a:latin typeface="Consolas" panose="020B0609020204030204" pitchFamily="49" charset="0"/>
              </a:rPr>
              <a:t>に出力できる。</a:t>
            </a:r>
            <a:endParaRPr lang="en-US" altLang="ja-JP" sz="1600" dirty="0"/>
          </a:p>
          <a:p>
            <a:endParaRPr kumimoji="1" lang="en-US" altLang="ja-JP" sz="1600" dirty="0"/>
          </a:p>
          <a:p>
            <a:r>
              <a:rPr lang="ja-JP" altLang="en-US" sz="1600" u="sng" dirty="0"/>
              <a:t>秦さんへ</a:t>
            </a:r>
            <a:endParaRPr kumimoji="1" lang="en-US" altLang="ja-JP" sz="1600" dirty="0"/>
          </a:p>
          <a:p>
            <a:r>
              <a:rPr kumimoji="1" lang="ja-JP" altLang="en-US" sz="1600" dirty="0"/>
              <a:t>・サンプルファイルとして寺内ダムのケースを用意しているが、まず手持ちの</a:t>
            </a:r>
            <a:r>
              <a:rPr kumimoji="1" lang="en-US" altLang="ja-JP" sz="1600" dirty="0"/>
              <a:t>DEM,ACC,DIR</a:t>
            </a:r>
            <a:r>
              <a:rPr kumimoji="1" lang="ja-JP" altLang="en-US" sz="1600" dirty="0"/>
              <a:t>を読み込んで格子を作成し、</a:t>
            </a:r>
            <a:r>
              <a:rPr kumimoji="1" lang="en-US" altLang="ja-JP" sz="1600" dirty="0"/>
              <a:t>rain.dat</a:t>
            </a:r>
            <a:r>
              <a:rPr kumimoji="1" lang="ja-JP" altLang="en-US" sz="1600" dirty="0"/>
              <a:t>を使って</a:t>
            </a:r>
            <a:r>
              <a:rPr kumimoji="1" lang="en-US" altLang="ja-JP" sz="1600" dirty="0"/>
              <a:t>RRI</a:t>
            </a:r>
            <a:r>
              <a:rPr kumimoji="1" lang="ja-JP" altLang="en-US" sz="1600" dirty="0"/>
              <a:t>の水だけの計算を行った方が良いと思います。</a:t>
            </a:r>
            <a:endParaRPr kumimoji="1" lang="en-US" altLang="ja-JP" sz="1600" dirty="0"/>
          </a:p>
          <a:p>
            <a:r>
              <a:rPr kumimoji="1" lang="ja-JP" altLang="en-US" sz="1600" dirty="0"/>
              <a:t>・元の</a:t>
            </a:r>
            <a:r>
              <a:rPr kumimoji="1" lang="en-US" altLang="ja-JP" sz="1600" dirty="0"/>
              <a:t>RSR</a:t>
            </a:r>
            <a:r>
              <a:rPr kumimoji="1" lang="ja-JP" altLang="en-US" sz="1600" dirty="0"/>
              <a:t>プログラムの中で、</a:t>
            </a:r>
            <a:r>
              <a:rPr kumimoji="1" lang="en-US" altLang="ja-JP" sz="1600" dirty="0"/>
              <a:t>RRI_sediment.f90</a:t>
            </a:r>
            <a:r>
              <a:rPr kumimoji="1" lang="ja-JP" altLang="en-US" sz="1600" dirty="0"/>
              <a:t>の</a:t>
            </a:r>
            <a:r>
              <a:rPr kumimoji="1" lang="en-US" altLang="ja-JP" sz="1600" dirty="0"/>
              <a:t>3399</a:t>
            </a:r>
            <a:r>
              <a:rPr kumimoji="1" lang="ja-JP" altLang="en-US" sz="1600" dirty="0"/>
              <a:t>行目は致命的なエラーなので、以前の計算に対してはこれを修正して計算し直すことを推奨します。</a:t>
            </a:r>
            <a:endParaRPr lang="en-US" altLang="ja-JP" sz="1600" dirty="0"/>
          </a:p>
          <a:p>
            <a:r>
              <a:rPr lang="ja-JP" altLang="en-US" sz="1600" dirty="0"/>
              <a:t>・元の</a:t>
            </a:r>
            <a:r>
              <a:rPr lang="en-US" altLang="ja-JP" sz="1600" dirty="0"/>
              <a:t>RRI on </a:t>
            </a:r>
            <a:r>
              <a:rPr lang="en-US" altLang="ja-JP" sz="1600" dirty="0" err="1"/>
              <a:t>iRIC</a:t>
            </a:r>
            <a:r>
              <a:rPr lang="ja-JP" altLang="en-US" sz="1600" dirty="0"/>
              <a:t>プログラムに対して、</a:t>
            </a:r>
            <a:r>
              <a:rPr lang="en-US" altLang="ja-JP" sz="1600" dirty="0"/>
              <a:t>RSR</a:t>
            </a:r>
            <a:r>
              <a:rPr lang="ja-JP" altLang="en-US" sz="1600" dirty="0"/>
              <a:t>モデルの作成のために改変したところを</a:t>
            </a:r>
            <a:r>
              <a:rPr lang="en-US" altLang="ja-JP" sz="1600" dirty="0"/>
              <a:t> </a:t>
            </a:r>
            <a:r>
              <a:rPr lang="ja-JP" altLang="en-US" sz="1600" dirty="0"/>
              <a:t>「</a:t>
            </a:r>
            <a:r>
              <a:rPr lang="en-US" altLang="ja-JP" sz="1600" dirty="0"/>
              <a:t>20240724 RSR</a:t>
            </a:r>
            <a:r>
              <a:rPr lang="ja-JP" altLang="en-US" sz="1600" dirty="0"/>
              <a:t>」でコメントしている。</a:t>
            </a:r>
            <a:endParaRPr lang="en-US" altLang="ja-JP" sz="1600" dirty="0"/>
          </a:p>
          <a:p>
            <a:r>
              <a:rPr lang="ja-JP" altLang="en-US" sz="1600" dirty="0"/>
              <a:t>・なるべく</a:t>
            </a:r>
            <a:r>
              <a:rPr lang="en-US" altLang="ja-JP" sz="1600" dirty="0"/>
              <a:t>RRI.f90</a:t>
            </a:r>
            <a:r>
              <a:rPr lang="ja-JP" altLang="en-US" sz="1600" dirty="0"/>
              <a:t>への影響が小さくなるように、改変したい。</a:t>
            </a:r>
            <a:endParaRPr lang="en-US" altLang="ja-JP" sz="1600" dirty="0"/>
          </a:p>
          <a:p>
            <a:r>
              <a:rPr lang="ja-JP" altLang="en-US" sz="1600" dirty="0"/>
              <a:t>・</a:t>
            </a:r>
            <a:r>
              <a:rPr lang="en-US" altLang="ja-JP" sz="1600" dirty="0"/>
              <a:t>RRI_Sub.f90</a:t>
            </a:r>
            <a:r>
              <a:rPr lang="ja-JP" altLang="en-US" sz="1600" dirty="0"/>
              <a:t>内の</a:t>
            </a:r>
            <a:endParaRPr lang="en-US" altLang="ja-JP" sz="1600" dirty="0"/>
          </a:p>
          <a:p>
            <a:r>
              <a:rPr lang="en-US" altLang="ja-JP" sz="1600" b="0" dirty="0">
                <a:solidFill>
                  <a:srgbClr val="008000"/>
                </a:solidFill>
                <a:effectLst/>
                <a:highlight>
                  <a:srgbClr val="FFFFFF"/>
                </a:highlight>
                <a:latin typeface="Consolas" panose="020B0609020204030204" pitchFamily="49" charset="0"/>
              </a:rPr>
              <a:t>! searching for upstream slope cell</a:t>
            </a:r>
            <a:endParaRPr lang="en-US" altLang="ja-JP" sz="1600" dirty="0"/>
          </a:p>
          <a:p>
            <a:r>
              <a:rPr lang="ja-JP" altLang="en-US" sz="1600" dirty="0"/>
              <a:t>ここの部分でエラーが起きるので、一時的に</a:t>
            </a:r>
            <a:r>
              <a:rPr lang="en-US" altLang="ja-JP" sz="1600" b="0" dirty="0">
                <a:solidFill>
                  <a:srgbClr val="AF00DB"/>
                </a:solidFill>
                <a:effectLst/>
                <a:highlight>
                  <a:srgbClr val="FFFFFF"/>
                </a:highlight>
                <a:latin typeface="Consolas" panose="020B0609020204030204" pitchFamily="49" charset="0"/>
              </a:rPr>
              <a:t>if</a:t>
            </a:r>
            <a:r>
              <a:rPr lang="en-US" altLang="ja-JP" sz="1600" b="0" dirty="0">
                <a:solidFill>
                  <a:srgbClr val="000000"/>
                </a:solidFill>
                <a:effectLst/>
                <a:highlight>
                  <a:srgbClr val="FFFFFF"/>
                </a:highlight>
                <a:latin typeface="Consolas" panose="020B0609020204030204" pitchFamily="49" charset="0"/>
              </a:rPr>
              <a:t>(</a:t>
            </a:r>
            <a:r>
              <a:rPr lang="en-US" altLang="ja-JP" sz="1600" b="0" dirty="0" err="1">
                <a:solidFill>
                  <a:srgbClr val="000000"/>
                </a:solidFill>
                <a:effectLst/>
                <a:highlight>
                  <a:srgbClr val="FFFFFF"/>
                </a:highlight>
                <a:latin typeface="Consolas" panose="020B0609020204030204" pitchFamily="49" charset="0"/>
              </a:rPr>
              <a:t>slope_ero_switch</a:t>
            </a:r>
            <a:r>
              <a:rPr lang="en-US" altLang="ja-JP" sz="1600" b="0" dirty="0">
                <a:solidFill>
                  <a:srgbClr val="000000"/>
                </a:solidFill>
                <a:effectLst/>
                <a:highlight>
                  <a:srgbClr val="FFFFFF"/>
                </a:highlight>
                <a:latin typeface="Consolas" panose="020B0609020204030204" pitchFamily="49" charset="0"/>
              </a:rPr>
              <a:t>==</a:t>
            </a:r>
            <a:r>
              <a:rPr lang="en-US" altLang="ja-JP" sz="1600" b="0" dirty="0">
                <a:solidFill>
                  <a:srgbClr val="098658"/>
                </a:solidFill>
                <a:effectLst/>
                <a:highlight>
                  <a:srgbClr val="FFFFFF"/>
                </a:highlight>
                <a:latin typeface="Consolas" panose="020B0609020204030204" pitchFamily="49" charset="0"/>
              </a:rPr>
              <a:t>1</a:t>
            </a:r>
            <a:r>
              <a:rPr lang="en-US" altLang="ja-JP" sz="1600" b="0" dirty="0">
                <a:solidFill>
                  <a:srgbClr val="000000"/>
                </a:solidFill>
                <a:effectLst/>
                <a:highlight>
                  <a:srgbClr val="FFFFFF"/>
                </a:highlight>
                <a:latin typeface="Consolas" panose="020B0609020204030204" pitchFamily="49" charset="0"/>
              </a:rPr>
              <a:t>)</a:t>
            </a:r>
            <a:r>
              <a:rPr lang="en-US" altLang="ja-JP" sz="1600" b="0" dirty="0">
                <a:solidFill>
                  <a:srgbClr val="AF00DB"/>
                </a:solidFill>
                <a:effectLst/>
                <a:highlight>
                  <a:srgbClr val="FFFFFF"/>
                </a:highlight>
                <a:latin typeface="Consolas" panose="020B0609020204030204" pitchFamily="49" charset="0"/>
              </a:rPr>
              <a:t>then</a:t>
            </a:r>
            <a:r>
              <a:rPr lang="ja-JP" altLang="en-US" sz="1600" b="0" dirty="0">
                <a:solidFill>
                  <a:srgbClr val="AF00DB"/>
                </a:solidFill>
                <a:effectLst/>
                <a:highlight>
                  <a:srgbClr val="FFFFFF"/>
                </a:highlight>
                <a:latin typeface="Consolas" panose="020B0609020204030204" pitchFamily="49" charset="0"/>
              </a:rPr>
              <a:t>　</a:t>
            </a:r>
            <a:r>
              <a:rPr lang="ja-JP" altLang="en-US" sz="1600" dirty="0">
                <a:solidFill>
                  <a:srgbClr val="000000"/>
                </a:solidFill>
                <a:highlight>
                  <a:srgbClr val="FFFFFF"/>
                </a:highlight>
                <a:latin typeface="Consolas" panose="020B0609020204030204" pitchFamily="49" charset="0"/>
              </a:rPr>
              <a:t>　</a:t>
            </a:r>
            <a:r>
              <a:rPr lang="ja-JP" altLang="en-US" sz="1600" dirty="0"/>
              <a:t>で回避している。</a:t>
            </a:r>
            <a:endParaRPr lang="en-US" altLang="ja-JP" sz="1600" dirty="0"/>
          </a:p>
          <a:p>
            <a:endParaRPr lang="en-US" altLang="ja-JP" sz="1600" dirty="0"/>
          </a:p>
          <a:p>
            <a:r>
              <a:rPr lang="ja-JP" altLang="en-US" sz="1600" dirty="0"/>
              <a:t>・秦さんには、斜面侵食とダムのコンポーネントを整理してもらいたいです。</a:t>
            </a:r>
            <a:endParaRPr lang="en-US" altLang="ja-JP" sz="1600" dirty="0"/>
          </a:p>
          <a:p>
            <a:endParaRPr lang="en-US" altLang="ja-JP" sz="1600" dirty="0"/>
          </a:p>
        </p:txBody>
      </p:sp>
    </p:spTree>
    <p:extLst>
      <p:ext uri="{BB962C8B-B14F-4D97-AF65-F5344CB8AC3E}">
        <p14:creationId xmlns:p14="http://schemas.microsoft.com/office/powerpoint/2010/main" val="29295480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字幕 2">
            <a:extLst>
              <a:ext uri="{FF2B5EF4-FFF2-40B4-BE49-F238E27FC236}">
                <a16:creationId xmlns:a16="http://schemas.microsoft.com/office/drawing/2014/main" id="{8930AC04-769E-40DD-8228-D958E14CC75D}"/>
              </a:ext>
            </a:extLst>
          </p:cNvPr>
          <p:cNvSpPr>
            <a:spLocks noGrp="1"/>
          </p:cNvSpPr>
          <p:nvPr>
            <p:ph type="subTitle" idx="1"/>
          </p:nvPr>
        </p:nvSpPr>
        <p:spPr/>
        <p:txBody>
          <a:bodyPr anchor="ctr"/>
          <a:lstStyle/>
          <a:p>
            <a:r>
              <a:rPr lang="en-US" altLang="ja-JP" dirty="0" err="1"/>
              <a:t>Kazutake</a:t>
            </a:r>
            <a:r>
              <a:rPr lang="en-US" altLang="ja-JP" dirty="0"/>
              <a:t> Asahi</a:t>
            </a:r>
          </a:p>
        </p:txBody>
      </p:sp>
      <p:pic>
        <p:nvPicPr>
          <p:cNvPr id="15365" name="図 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67944" y="980728"/>
            <a:ext cx="1008112" cy="100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タイトル 4">
            <a:extLst>
              <a:ext uri="{FF2B5EF4-FFF2-40B4-BE49-F238E27FC236}">
                <a16:creationId xmlns:a16="http://schemas.microsoft.com/office/drawing/2014/main" id="{AB6FA902-1B50-8E00-6C2C-976F2B0D1459}"/>
              </a:ext>
            </a:extLst>
          </p:cNvPr>
          <p:cNvSpPr>
            <a:spLocks noGrp="1"/>
          </p:cNvSpPr>
          <p:nvPr>
            <p:ph type="ctrTitle"/>
          </p:nvPr>
        </p:nvSpPr>
        <p:spPr>
          <a:xfrm>
            <a:off x="685800" y="1988841"/>
            <a:ext cx="7772400" cy="2209799"/>
          </a:xfrm>
        </p:spPr>
        <p:txBody>
          <a:bodyPr>
            <a:normAutofit/>
          </a:bodyPr>
          <a:lstStyle/>
          <a:p>
            <a:r>
              <a:rPr lang="en-US" altLang="ja-JP" dirty="0"/>
              <a:t>About RRI on </a:t>
            </a:r>
            <a:r>
              <a:rPr lang="en-US" altLang="ja-JP" dirty="0" err="1"/>
              <a:t>iRIC</a:t>
            </a:r>
            <a:br>
              <a:rPr lang="en-US" altLang="ja-JP" dirty="0"/>
            </a:br>
            <a:r>
              <a:rPr lang="en-US" altLang="ja-JP" dirty="0"/>
              <a:t>and</a:t>
            </a:r>
            <a:br>
              <a:rPr lang="en-US" altLang="ja-JP" dirty="0"/>
            </a:br>
            <a:r>
              <a:rPr lang="en-US" altLang="ja-JP" dirty="0"/>
              <a:t>its Hands on</a:t>
            </a:r>
            <a:endParaRPr lang="ja-JP"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4B5B6E-CEAB-204C-6B9E-F11A8E017772}"/>
              </a:ext>
            </a:extLst>
          </p:cNvPr>
          <p:cNvSpPr>
            <a:spLocks noGrp="1"/>
          </p:cNvSpPr>
          <p:nvPr>
            <p:ph type="title"/>
          </p:nvPr>
        </p:nvSpPr>
        <p:spPr/>
        <p:txBody>
          <a:bodyPr>
            <a:normAutofit/>
          </a:bodyPr>
          <a:lstStyle/>
          <a:p>
            <a:r>
              <a:rPr kumimoji="1" lang="en-US" altLang="ja-JP" dirty="0"/>
              <a:t>About RRI on </a:t>
            </a:r>
            <a:r>
              <a:rPr kumimoji="1" lang="en-US" altLang="ja-JP" dirty="0" err="1"/>
              <a:t>iRIC</a:t>
            </a:r>
            <a:endParaRPr kumimoji="1" lang="ja-JP" altLang="en-US" dirty="0"/>
          </a:p>
        </p:txBody>
      </p:sp>
      <p:sp>
        <p:nvSpPr>
          <p:cNvPr id="3" name="スライド番号プレースホルダー 2">
            <a:extLst>
              <a:ext uri="{FF2B5EF4-FFF2-40B4-BE49-F238E27FC236}">
                <a16:creationId xmlns:a16="http://schemas.microsoft.com/office/drawing/2014/main" id="{FBA7DA00-D04A-D661-62EB-E33FDB026232}"/>
              </a:ext>
            </a:extLst>
          </p:cNvPr>
          <p:cNvSpPr>
            <a:spLocks noGrp="1"/>
          </p:cNvSpPr>
          <p:nvPr>
            <p:ph type="sldNum" sz="quarter" idx="4"/>
          </p:nvPr>
        </p:nvSpPr>
        <p:spPr/>
        <p:txBody>
          <a:bodyPr/>
          <a:lstStyle/>
          <a:p>
            <a:fld id="{20D7992C-48F2-4E31-94B3-AEBFE61D48E1}" type="slidenum">
              <a:rPr lang="ja-JP" altLang="en-US" smtClean="0"/>
              <a:pPr/>
              <a:t>3</a:t>
            </a:fld>
            <a:endParaRPr lang="ja-JP" altLang="en-US" dirty="0"/>
          </a:p>
        </p:txBody>
      </p:sp>
      <p:sp>
        <p:nvSpPr>
          <p:cNvPr id="4" name="フッター プレースホルダー 3">
            <a:extLst>
              <a:ext uri="{FF2B5EF4-FFF2-40B4-BE49-F238E27FC236}">
                <a16:creationId xmlns:a16="http://schemas.microsoft.com/office/drawing/2014/main" id="{90118266-BD19-441E-1A9C-7D89096F1A92}"/>
              </a:ext>
            </a:extLst>
          </p:cNvPr>
          <p:cNvSpPr>
            <a:spLocks noGrp="1"/>
          </p:cNvSpPr>
          <p:nvPr>
            <p:ph type="ftr" sz="quarter" idx="3"/>
          </p:nvPr>
        </p:nvSpPr>
        <p:spPr/>
        <p:txBody>
          <a:bodyPr/>
          <a:lstStyle/>
          <a:p>
            <a:r>
              <a:rPr lang="en-US" altLang="ja-JP"/>
              <a:t>Copyright (C) 2023 General Incorporated Association iRIC-UC All Rights Reserved</a:t>
            </a:r>
            <a:endParaRPr lang="ja-JP" altLang="en-US" dirty="0"/>
          </a:p>
        </p:txBody>
      </p:sp>
      <p:sp>
        <p:nvSpPr>
          <p:cNvPr id="6" name="テキスト ボックス 5">
            <a:extLst>
              <a:ext uri="{FF2B5EF4-FFF2-40B4-BE49-F238E27FC236}">
                <a16:creationId xmlns:a16="http://schemas.microsoft.com/office/drawing/2014/main" id="{B2E85867-12A7-9CEF-420F-6D6262E1631D}"/>
              </a:ext>
            </a:extLst>
          </p:cNvPr>
          <p:cNvSpPr txBox="1"/>
          <p:nvPr/>
        </p:nvSpPr>
        <p:spPr>
          <a:xfrm>
            <a:off x="251520" y="3001971"/>
            <a:ext cx="8640960" cy="369332"/>
          </a:xfrm>
          <a:prstGeom prst="rect">
            <a:avLst/>
          </a:prstGeom>
          <a:noFill/>
        </p:spPr>
        <p:txBody>
          <a:bodyPr wrap="square">
            <a:spAutoFit/>
          </a:bodyPr>
          <a:lstStyle/>
          <a:p>
            <a:pPr algn="ctr"/>
            <a:r>
              <a:rPr lang="ja-JP" altLang="en-US" dirty="0"/>
              <a:t>https://i-ric.org/uc/uc_products/rri_examples/manuals/01_introduction.html</a:t>
            </a:r>
          </a:p>
        </p:txBody>
      </p:sp>
    </p:spTree>
    <p:extLst>
      <p:ext uri="{BB962C8B-B14F-4D97-AF65-F5344CB8AC3E}">
        <p14:creationId xmlns:p14="http://schemas.microsoft.com/office/powerpoint/2010/main" val="1882546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72BFC3-A941-0B10-4798-462C84D54A59}"/>
              </a:ext>
            </a:extLst>
          </p:cNvPr>
          <p:cNvSpPr>
            <a:spLocks noGrp="1"/>
          </p:cNvSpPr>
          <p:nvPr>
            <p:ph type="title"/>
          </p:nvPr>
        </p:nvSpPr>
        <p:spPr/>
        <p:txBody>
          <a:bodyPr/>
          <a:lstStyle/>
          <a:p>
            <a:r>
              <a:rPr kumimoji="1" lang="en-US" altLang="ja-JP" dirty="0"/>
              <a:t>How to install the RRI on </a:t>
            </a:r>
            <a:r>
              <a:rPr kumimoji="1" lang="en-US" altLang="ja-JP" dirty="0" err="1"/>
              <a:t>iRIC</a:t>
            </a:r>
            <a:endParaRPr kumimoji="1" lang="ja-JP" altLang="en-US" dirty="0"/>
          </a:p>
        </p:txBody>
      </p:sp>
      <p:sp>
        <p:nvSpPr>
          <p:cNvPr id="3" name="スライド番号プレースホルダー 2">
            <a:extLst>
              <a:ext uri="{FF2B5EF4-FFF2-40B4-BE49-F238E27FC236}">
                <a16:creationId xmlns:a16="http://schemas.microsoft.com/office/drawing/2014/main" id="{089979D9-394D-FC5D-092E-C8C65404E74A}"/>
              </a:ext>
            </a:extLst>
          </p:cNvPr>
          <p:cNvSpPr>
            <a:spLocks noGrp="1"/>
          </p:cNvSpPr>
          <p:nvPr>
            <p:ph type="sldNum" sz="quarter" idx="4"/>
          </p:nvPr>
        </p:nvSpPr>
        <p:spPr/>
        <p:txBody>
          <a:bodyPr/>
          <a:lstStyle/>
          <a:p>
            <a:fld id="{20D7992C-48F2-4E31-94B3-AEBFE61D48E1}" type="slidenum">
              <a:rPr lang="ja-JP" altLang="en-US" smtClean="0"/>
              <a:pPr/>
              <a:t>4</a:t>
            </a:fld>
            <a:endParaRPr lang="ja-JP" altLang="en-US" dirty="0"/>
          </a:p>
        </p:txBody>
      </p:sp>
      <p:sp>
        <p:nvSpPr>
          <p:cNvPr id="4" name="フッター プレースホルダー 3">
            <a:extLst>
              <a:ext uri="{FF2B5EF4-FFF2-40B4-BE49-F238E27FC236}">
                <a16:creationId xmlns:a16="http://schemas.microsoft.com/office/drawing/2014/main" id="{CA71AA3A-C984-9A41-7463-7D89E1B392C5}"/>
              </a:ext>
            </a:extLst>
          </p:cNvPr>
          <p:cNvSpPr>
            <a:spLocks noGrp="1"/>
          </p:cNvSpPr>
          <p:nvPr>
            <p:ph type="ftr" sz="quarter" idx="3"/>
          </p:nvPr>
        </p:nvSpPr>
        <p:spPr/>
        <p:txBody>
          <a:bodyPr/>
          <a:lstStyle/>
          <a:p>
            <a:r>
              <a:rPr lang="en-US" altLang="ja-JP"/>
              <a:t>Copyright (C) 2023 General Incorporated Association iRIC-UC All Rights Reserved</a:t>
            </a:r>
            <a:endParaRPr lang="ja-JP" altLang="en-US" dirty="0"/>
          </a:p>
        </p:txBody>
      </p:sp>
      <p:sp>
        <p:nvSpPr>
          <p:cNvPr id="5" name="テキスト ボックス 4">
            <a:extLst>
              <a:ext uri="{FF2B5EF4-FFF2-40B4-BE49-F238E27FC236}">
                <a16:creationId xmlns:a16="http://schemas.microsoft.com/office/drawing/2014/main" id="{C4DBDFCF-26A5-845B-359F-BFA6D6FA48E3}"/>
              </a:ext>
            </a:extLst>
          </p:cNvPr>
          <p:cNvSpPr txBox="1"/>
          <p:nvPr/>
        </p:nvSpPr>
        <p:spPr>
          <a:xfrm>
            <a:off x="929881" y="1737409"/>
            <a:ext cx="5993757" cy="3416320"/>
          </a:xfrm>
          <a:prstGeom prst="rect">
            <a:avLst/>
          </a:prstGeom>
          <a:noFill/>
        </p:spPr>
        <p:txBody>
          <a:bodyPr wrap="none" rtlCol="0">
            <a:spAutoFit/>
          </a:bodyPr>
          <a:lstStyle/>
          <a:p>
            <a:pPr marL="342900" indent="-342900">
              <a:buFontTx/>
              <a:buAutoNum type="arabicPeriod"/>
            </a:pPr>
            <a:r>
              <a:rPr kumimoji="1" lang="en-US" altLang="ja-JP" dirty="0"/>
              <a:t>Download the </a:t>
            </a:r>
            <a:r>
              <a:rPr lang="en-US" altLang="ja-JP" dirty="0"/>
              <a:t>RRI on </a:t>
            </a:r>
            <a:r>
              <a:rPr lang="en-US" altLang="ja-JP" dirty="0" err="1"/>
              <a:t>iRIC</a:t>
            </a:r>
            <a:r>
              <a:rPr lang="en-US" altLang="ja-JP" dirty="0"/>
              <a:t> data set </a:t>
            </a:r>
            <a:r>
              <a:rPr kumimoji="1" lang="en-US" altLang="ja-JP" dirty="0"/>
              <a:t>from </a:t>
            </a:r>
            <a:r>
              <a:rPr kumimoji="1" lang="en-US" altLang="ja-JP" dirty="0" err="1"/>
              <a:t>github</a:t>
            </a:r>
            <a:br>
              <a:rPr lang="en-US" altLang="ja-JP" dirty="0"/>
            </a:br>
            <a:br>
              <a:rPr lang="en-US" altLang="ja-JP" dirty="0"/>
            </a:br>
            <a:r>
              <a:rPr kumimoji="1" lang="en-US" altLang="ja-JP" sz="1800" dirty="0"/>
              <a:t>https://github.com/iRICsolvers/v4_RRI</a:t>
            </a:r>
          </a:p>
          <a:p>
            <a:pPr marL="342900" indent="-342900">
              <a:buAutoNum type="arabicPeriod"/>
            </a:pPr>
            <a:endParaRPr kumimoji="1" lang="en-US" altLang="ja-JP" dirty="0"/>
          </a:p>
          <a:p>
            <a:pPr marL="342900" indent="-342900">
              <a:buAutoNum type="arabicPeriod"/>
            </a:pPr>
            <a:endParaRPr kumimoji="1" lang="en-US" altLang="ja-JP" dirty="0"/>
          </a:p>
          <a:p>
            <a:pPr marL="342900" indent="-342900">
              <a:buAutoNum type="arabicPeriod"/>
            </a:pPr>
            <a:r>
              <a:rPr kumimoji="1" lang="en-US" altLang="ja-JP" dirty="0"/>
              <a:t>Copy the folder whose name is “install”  to following place</a:t>
            </a:r>
          </a:p>
          <a:p>
            <a:pPr lvl="1"/>
            <a:endParaRPr lang="en-US" altLang="ja-JP" dirty="0"/>
          </a:p>
          <a:p>
            <a:pPr lvl="1"/>
            <a:r>
              <a:rPr lang="en-US" altLang="ja-JP" dirty="0"/>
              <a:t>%</a:t>
            </a:r>
            <a:r>
              <a:rPr lang="en-US" altLang="ja-JP" dirty="0" err="1"/>
              <a:t>userprofile</a:t>
            </a:r>
            <a:r>
              <a:rPr lang="en-US" altLang="ja-JP" dirty="0"/>
              <a:t>%\iRIC_v4\private\solvers\</a:t>
            </a:r>
            <a:br>
              <a:rPr lang="en-US" altLang="ja-JP" dirty="0"/>
            </a:br>
            <a:br>
              <a:rPr lang="en-US" altLang="ja-JP" dirty="0"/>
            </a:br>
            <a:r>
              <a:rPr lang="en-US" altLang="ja-JP" dirty="0"/>
              <a:t>*you can change the folder name such as “</a:t>
            </a:r>
            <a:r>
              <a:rPr lang="en-US" altLang="ja-JP" dirty="0" err="1"/>
              <a:t>rri_on</a:t>
            </a:r>
            <a:r>
              <a:rPr lang="en-US" altLang="ja-JP" dirty="0"/>
              <a:t> _</a:t>
            </a:r>
            <a:r>
              <a:rPr lang="en-US" altLang="ja-JP" dirty="0" err="1"/>
              <a:t>iric</a:t>
            </a:r>
            <a:r>
              <a:rPr lang="en-US" altLang="ja-JP" dirty="0"/>
              <a:t>”.</a:t>
            </a:r>
          </a:p>
          <a:p>
            <a:pPr lvl="1"/>
            <a:endParaRPr lang="en-US" altLang="ja-JP" dirty="0"/>
          </a:p>
          <a:p>
            <a:pPr marL="342900" indent="-342900">
              <a:buAutoNum type="arabicPeriod"/>
            </a:pPr>
            <a:r>
              <a:rPr kumimoji="1" lang="en-US" altLang="ja-JP" dirty="0"/>
              <a:t> </a:t>
            </a:r>
            <a:r>
              <a:rPr lang="ja-JP" altLang="en-US" dirty="0"/>
              <a:t> </a:t>
            </a:r>
            <a:r>
              <a:rPr lang="en-US" altLang="ja-JP" dirty="0"/>
              <a:t>that’s all</a:t>
            </a:r>
            <a:endParaRPr kumimoji="1" lang="ja-JP" altLang="en-US" dirty="0"/>
          </a:p>
        </p:txBody>
      </p:sp>
    </p:spTree>
    <p:extLst>
      <p:ext uri="{BB962C8B-B14F-4D97-AF65-F5344CB8AC3E}">
        <p14:creationId xmlns:p14="http://schemas.microsoft.com/office/powerpoint/2010/main" val="31039667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DE700E-6A40-907E-5E82-1F31D3C5E43B}"/>
              </a:ext>
            </a:extLst>
          </p:cNvPr>
          <p:cNvSpPr>
            <a:spLocks noGrp="1"/>
          </p:cNvSpPr>
          <p:nvPr>
            <p:ph type="title"/>
          </p:nvPr>
        </p:nvSpPr>
        <p:spPr/>
        <p:txBody>
          <a:bodyPr/>
          <a:lstStyle/>
          <a:p>
            <a:r>
              <a:rPr kumimoji="1" lang="en-US" altLang="ja-JP" dirty="0"/>
              <a:t>Please download </a:t>
            </a:r>
            <a:endParaRPr kumimoji="1" lang="ja-JP" altLang="en-US" dirty="0"/>
          </a:p>
        </p:txBody>
      </p:sp>
      <p:sp>
        <p:nvSpPr>
          <p:cNvPr id="3" name="スライド番号プレースホルダー 2">
            <a:extLst>
              <a:ext uri="{FF2B5EF4-FFF2-40B4-BE49-F238E27FC236}">
                <a16:creationId xmlns:a16="http://schemas.microsoft.com/office/drawing/2014/main" id="{1BCAD683-C079-13AD-58FE-56ED4E66EACB}"/>
              </a:ext>
            </a:extLst>
          </p:cNvPr>
          <p:cNvSpPr>
            <a:spLocks noGrp="1"/>
          </p:cNvSpPr>
          <p:nvPr>
            <p:ph type="sldNum" sz="quarter" idx="4"/>
          </p:nvPr>
        </p:nvSpPr>
        <p:spPr/>
        <p:txBody>
          <a:bodyPr/>
          <a:lstStyle/>
          <a:p>
            <a:fld id="{20D7992C-48F2-4E31-94B3-AEBFE61D48E1}" type="slidenum">
              <a:rPr lang="ja-JP" altLang="en-US" smtClean="0"/>
              <a:pPr/>
              <a:t>5</a:t>
            </a:fld>
            <a:endParaRPr lang="ja-JP" altLang="en-US" dirty="0"/>
          </a:p>
        </p:txBody>
      </p:sp>
      <p:sp>
        <p:nvSpPr>
          <p:cNvPr id="4" name="フッター プレースホルダー 3">
            <a:extLst>
              <a:ext uri="{FF2B5EF4-FFF2-40B4-BE49-F238E27FC236}">
                <a16:creationId xmlns:a16="http://schemas.microsoft.com/office/drawing/2014/main" id="{9DF3CEA8-3981-4085-B5E8-30B86812348A}"/>
              </a:ext>
            </a:extLst>
          </p:cNvPr>
          <p:cNvSpPr>
            <a:spLocks noGrp="1"/>
          </p:cNvSpPr>
          <p:nvPr>
            <p:ph type="ftr" sz="quarter" idx="3"/>
          </p:nvPr>
        </p:nvSpPr>
        <p:spPr/>
        <p:txBody>
          <a:bodyPr/>
          <a:lstStyle/>
          <a:p>
            <a:r>
              <a:rPr lang="en-US" altLang="ja-JP"/>
              <a:t>Copyright (C) 2023 General Incorporated Association iRIC-UC All Rights Reserved</a:t>
            </a:r>
            <a:endParaRPr lang="ja-JP" altLang="en-US" dirty="0"/>
          </a:p>
        </p:txBody>
      </p:sp>
      <p:sp>
        <p:nvSpPr>
          <p:cNvPr id="6" name="テキスト ボックス 5">
            <a:extLst>
              <a:ext uri="{FF2B5EF4-FFF2-40B4-BE49-F238E27FC236}">
                <a16:creationId xmlns:a16="http://schemas.microsoft.com/office/drawing/2014/main" id="{CE75F648-BEE5-72A7-7F45-2A2CAA2487C9}"/>
              </a:ext>
            </a:extLst>
          </p:cNvPr>
          <p:cNvSpPr txBox="1"/>
          <p:nvPr/>
        </p:nvSpPr>
        <p:spPr>
          <a:xfrm>
            <a:off x="899592" y="3140471"/>
            <a:ext cx="7344816" cy="369332"/>
          </a:xfrm>
          <a:prstGeom prst="rect">
            <a:avLst/>
          </a:prstGeom>
          <a:noFill/>
        </p:spPr>
        <p:txBody>
          <a:bodyPr wrap="square">
            <a:spAutoFit/>
          </a:bodyPr>
          <a:lstStyle/>
          <a:p>
            <a:pPr algn="ctr"/>
            <a:r>
              <a:rPr lang="ja-JP" altLang="en-US" dirty="0"/>
              <a:t>https://river-link.co.jp/2023_share/10/231005_icharm.zip</a:t>
            </a:r>
          </a:p>
        </p:txBody>
      </p:sp>
    </p:spTree>
    <p:extLst>
      <p:ext uri="{BB962C8B-B14F-4D97-AF65-F5344CB8AC3E}">
        <p14:creationId xmlns:p14="http://schemas.microsoft.com/office/powerpoint/2010/main" val="16728203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052AD3-1EC2-F8B0-9B6E-DEBFE0C1ECDE}"/>
              </a:ext>
            </a:extLst>
          </p:cNvPr>
          <p:cNvSpPr>
            <a:spLocks noGrp="1"/>
          </p:cNvSpPr>
          <p:nvPr>
            <p:ph type="title"/>
          </p:nvPr>
        </p:nvSpPr>
        <p:spPr/>
        <p:txBody>
          <a:bodyPr/>
          <a:lstStyle/>
          <a:p>
            <a:r>
              <a:rPr kumimoji="1" lang="en-US" altLang="ja-JP" dirty="0"/>
              <a:t>Example for </a:t>
            </a:r>
            <a:r>
              <a:rPr kumimoji="1" lang="en-US" altLang="ja-JP" dirty="0" err="1"/>
              <a:t>Sorachi</a:t>
            </a:r>
            <a:r>
              <a:rPr kumimoji="1" lang="en-US" altLang="ja-JP" dirty="0"/>
              <a:t> flood 2016</a:t>
            </a:r>
            <a:endParaRPr kumimoji="1" lang="ja-JP" altLang="en-US" dirty="0"/>
          </a:p>
        </p:txBody>
      </p:sp>
      <p:sp>
        <p:nvSpPr>
          <p:cNvPr id="3" name="スライド番号プレースホルダー 2">
            <a:extLst>
              <a:ext uri="{FF2B5EF4-FFF2-40B4-BE49-F238E27FC236}">
                <a16:creationId xmlns:a16="http://schemas.microsoft.com/office/drawing/2014/main" id="{052D60CE-44DB-B5E7-0390-0E2F89B6C158}"/>
              </a:ext>
            </a:extLst>
          </p:cNvPr>
          <p:cNvSpPr>
            <a:spLocks noGrp="1"/>
          </p:cNvSpPr>
          <p:nvPr>
            <p:ph type="sldNum" sz="quarter" idx="4"/>
          </p:nvPr>
        </p:nvSpPr>
        <p:spPr/>
        <p:txBody>
          <a:bodyPr/>
          <a:lstStyle/>
          <a:p>
            <a:fld id="{20D7992C-48F2-4E31-94B3-AEBFE61D48E1}" type="slidenum">
              <a:rPr lang="ja-JP" altLang="en-US" smtClean="0"/>
              <a:pPr/>
              <a:t>6</a:t>
            </a:fld>
            <a:endParaRPr lang="ja-JP" altLang="en-US" dirty="0"/>
          </a:p>
        </p:txBody>
      </p:sp>
      <p:sp>
        <p:nvSpPr>
          <p:cNvPr id="4" name="フッター プレースホルダー 3">
            <a:extLst>
              <a:ext uri="{FF2B5EF4-FFF2-40B4-BE49-F238E27FC236}">
                <a16:creationId xmlns:a16="http://schemas.microsoft.com/office/drawing/2014/main" id="{D0F40978-F3F7-26A7-1CED-25750CA499E7}"/>
              </a:ext>
            </a:extLst>
          </p:cNvPr>
          <p:cNvSpPr>
            <a:spLocks noGrp="1"/>
          </p:cNvSpPr>
          <p:nvPr>
            <p:ph type="ftr" sz="quarter" idx="3"/>
          </p:nvPr>
        </p:nvSpPr>
        <p:spPr/>
        <p:txBody>
          <a:bodyPr/>
          <a:lstStyle/>
          <a:p>
            <a:r>
              <a:rPr lang="en-US" altLang="ja-JP"/>
              <a:t>Copyright (C) 2023 General Incorporated Association iRIC-UC All Rights Reserved</a:t>
            </a:r>
            <a:endParaRPr lang="ja-JP" altLang="en-US" dirty="0"/>
          </a:p>
        </p:txBody>
      </p:sp>
      <p:sp>
        <p:nvSpPr>
          <p:cNvPr id="6" name="テキスト ボックス 5">
            <a:extLst>
              <a:ext uri="{FF2B5EF4-FFF2-40B4-BE49-F238E27FC236}">
                <a16:creationId xmlns:a16="http://schemas.microsoft.com/office/drawing/2014/main" id="{AE111E13-C99A-D3A8-40A6-60C3450B2817}"/>
              </a:ext>
            </a:extLst>
          </p:cNvPr>
          <p:cNvSpPr txBox="1"/>
          <p:nvPr/>
        </p:nvSpPr>
        <p:spPr>
          <a:xfrm>
            <a:off x="755576" y="3001971"/>
            <a:ext cx="7632848" cy="369332"/>
          </a:xfrm>
          <a:prstGeom prst="rect">
            <a:avLst/>
          </a:prstGeom>
          <a:noFill/>
        </p:spPr>
        <p:txBody>
          <a:bodyPr wrap="square">
            <a:spAutoFit/>
          </a:bodyPr>
          <a:lstStyle/>
          <a:p>
            <a:r>
              <a:rPr lang="ja-JP" altLang="en-US" dirty="0"/>
              <a:t>https://i-ric.org/uc/uc_products/rri_examples/manuals/03/example_1.html#</a:t>
            </a:r>
          </a:p>
        </p:txBody>
      </p:sp>
      <p:sp>
        <p:nvSpPr>
          <p:cNvPr id="7" name="テキスト ボックス 6">
            <a:extLst>
              <a:ext uri="{FF2B5EF4-FFF2-40B4-BE49-F238E27FC236}">
                <a16:creationId xmlns:a16="http://schemas.microsoft.com/office/drawing/2014/main" id="{BEBC4C70-6B3A-800B-D15B-57BD85D62FD8}"/>
              </a:ext>
            </a:extLst>
          </p:cNvPr>
          <p:cNvSpPr txBox="1"/>
          <p:nvPr/>
        </p:nvSpPr>
        <p:spPr>
          <a:xfrm>
            <a:off x="755575" y="4201770"/>
            <a:ext cx="7632850" cy="646331"/>
          </a:xfrm>
          <a:prstGeom prst="rect">
            <a:avLst/>
          </a:prstGeom>
          <a:noFill/>
        </p:spPr>
        <p:txBody>
          <a:bodyPr wrap="square" rtlCol="0">
            <a:spAutoFit/>
          </a:bodyPr>
          <a:lstStyle/>
          <a:p>
            <a:r>
              <a:rPr kumimoji="1" lang="en-US" altLang="ja-JP" dirty="0">
                <a:solidFill>
                  <a:srgbClr val="CC00CC"/>
                </a:solidFill>
              </a:rPr>
              <a:t>Above page is for the “RRI on </a:t>
            </a:r>
            <a:r>
              <a:rPr kumimoji="1" lang="en-US" altLang="ja-JP" dirty="0" err="1">
                <a:solidFill>
                  <a:srgbClr val="CC00CC"/>
                </a:solidFill>
              </a:rPr>
              <a:t>iRIC</a:t>
            </a:r>
            <a:r>
              <a:rPr lang="en-US" altLang="ja-JP" dirty="0">
                <a:solidFill>
                  <a:srgbClr val="CC00CC"/>
                </a:solidFill>
              </a:rPr>
              <a:t>” for the </a:t>
            </a:r>
            <a:r>
              <a:rPr lang="en-US" altLang="ja-JP" dirty="0" err="1">
                <a:solidFill>
                  <a:srgbClr val="CC00CC"/>
                </a:solidFill>
              </a:rPr>
              <a:t>iRIC</a:t>
            </a:r>
            <a:r>
              <a:rPr lang="en-US" altLang="ja-JP" dirty="0">
                <a:solidFill>
                  <a:srgbClr val="CC00CC"/>
                </a:solidFill>
              </a:rPr>
              <a:t> version3. So some part of it cannot work correctly. </a:t>
            </a:r>
            <a:endParaRPr kumimoji="1" lang="ja-JP" altLang="en-US" dirty="0">
              <a:solidFill>
                <a:srgbClr val="CC00CC"/>
              </a:solidFill>
            </a:endParaRPr>
          </a:p>
        </p:txBody>
      </p:sp>
    </p:spTree>
    <p:extLst>
      <p:ext uri="{BB962C8B-B14F-4D97-AF65-F5344CB8AC3E}">
        <p14:creationId xmlns:p14="http://schemas.microsoft.com/office/powerpoint/2010/main" val="967223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9052AD3-1EC2-F8B0-9B6E-DEBFE0C1ECDE}"/>
              </a:ext>
            </a:extLst>
          </p:cNvPr>
          <p:cNvSpPr>
            <a:spLocks noGrp="1"/>
          </p:cNvSpPr>
          <p:nvPr>
            <p:ph type="title"/>
          </p:nvPr>
        </p:nvSpPr>
        <p:spPr/>
        <p:txBody>
          <a:bodyPr/>
          <a:lstStyle/>
          <a:p>
            <a:r>
              <a:rPr kumimoji="1" lang="en-US" altLang="ja-JP" dirty="0"/>
              <a:t>Example for </a:t>
            </a:r>
            <a:r>
              <a:rPr kumimoji="1" lang="en-US" altLang="ja-JP" dirty="0" err="1"/>
              <a:t>Kumagawa</a:t>
            </a:r>
            <a:r>
              <a:rPr kumimoji="1" lang="en-US" altLang="ja-JP" dirty="0"/>
              <a:t> flood 2020</a:t>
            </a:r>
            <a:endParaRPr kumimoji="1" lang="ja-JP" altLang="en-US" dirty="0"/>
          </a:p>
        </p:txBody>
      </p:sp>
      <p:sp>
        <p:nvSpPr>
          <p:cNvPr id="3" name="スライド番号プレースホルダー 2">
            <a:extLst>
              <a:ext uri="{FF2B5EF4-FFF2-40B4-BE49-F238E27FC236}">
                <a16:creationId xmlns:a16="http://schemas.microsoft.com/office/drawing/2014/main" id="{052D60CE-44DB-B5E7-0390-0E2F89B6C158}"/>
              </a:ext>
            </a:extLst>
          </p:cNvPr>
          <p:cNvSpPr>
            <a:spLocks noGrp="1"/>
          </p:cNvSpPr>
          <p:nvPr>
            <p:ph type="sldNum" sz="quarter" idx="4"/>
          </p:nvPr>
        </p:nvSpPr>
        <p:spPr/>
        <p:txBody>
          <a:bodyPr/>
          <a:lstStyle/>
          <a:p>
            <a:fld id="{20D7992C-48F2-4E31-94B3-AEBFE61D48E1}" type="slidenum">
              <a:rPr lang="ja-JP" altLang="en-US" smtClean="0"/>
              <a:pPr/>
              <a:t>7</a:t>
            </a:fld>
            <a:endParaRPr lang="ja-JP" altLang="en-US" dirty="0"/>
          </a:p>
        </p:txBody>
      </p:sp>
      <p:sp>
        <p:nvSpPr>
          <p:cNvPr id="4" name="フッター プレースホルダー 3">
            <a:extLst>
              <a:ext uri="{FF2B5EF4-FFF2-40B4-BE49-F238E27FC236}">
                <a16:creationId xmlns:a16="http://schemas.microsoft.com/office/drawing/2014/main" id="{D0F40978-F3F7-26A7-1CED-25750CA499E7}"/>
              </a:ext>
            </a:extLst>
          </p:cNvPr>
          <p:cNvSpPr>
            <a:spLocks noGrp="1"/>
          </p:cNvSpPr>
          <p:nvPr>
            <p:ph type="ftr" sz="quarter" idx="3"/>
          </p:nvPr>
        </p:nvSpPr>
        <p:spPr/>
        <p:txBody>
          <a:bodyPr/>
          <a:lstStyle/>
          <a:p>
            <a:r>
              <a:rPr lang="en-US" altLang="ja-JP"/>
              <a:t>Copyright (C) 2023 General Incorporated Association iRIC-UC All Rights Reserved</a:t>
            </a:r>
            <a:endParaRPr lang="ja-JP" altLang="en-US" dirty="0"/>
          </a:p>
        </p:txBody>
      </p:sp>
      <p:sp>
        <p:nvSpPr>
          <p:cNvPr id="6" name="テキスト ボックス 5">
            <a:extLst>
              <a:ext uri="{FF2B5EF4-FFF2-40B4-BE49-F238E27FC236}">
                <a16:creationId xmlns:a16="http://schemas.microsoft.com/office/drawing/2014/main" id="{AE111E13-C99A-D3A8-40A6-60C3450B2817}"/>
              </a:ext>
            </a:extLst>
          </p:cNvPr>
          <p:cNvSpPr txBox="1"/>
          <p:nvPr/>
        </p:nvSpPr>
        <p:spPr>
          <a:xfrm>
            <a:off x="899592" y="3001971"/>
            <a:ext cx="7344816" cy="369332"/>
          </a:xfrm>
          <a:prstGeom prst="rect">
            <a:avLst/>
          </a:prstGeom>
          <a:noFill/>
        </p:spPr>
        <p:txBody>
          <a:bodyPr wrap="square">
            <a:spAutoFit/>
          </a:bodyPr>
          <a:lstStyle/>
          <a:p>
            <a:r>
              <a:rPr lang="en-US" altLang="ja-JP" dirty="0"/>
              <a:t>https://i-ric.org/uc/uc_products/rri_examples/manuals/03/example_2.html</a:t>
            </a:r>
            <a:endParaRPr lang="ja-JP" altLang="en-US" dirty="0"/>
          </a:p>
        </p:txBody>
      </p:sp>
      <p:sp>
        <p:nvSpPr>
          <p:cNvPr id="5" name="テキスト ボックス 4">
            <a:extLst>
              <a:ext uri="{FF2B5EF4-FFF2-40B4-BE49-F238E27FC236}">
                <a16:creationId xmlns:a16="http://schemas.microsoft.com/office/drawing/2014/main" id="{97F691FB-CDFB-14C5-CA9D-A4F2F2C891AD}"/>
              </a:ext>
            </a:extLst>
          </p:cNvPr>
          <p:cNvSpPr txBox="1"/>
          <p:nvPr/>
        </p:nvSpPr>
        <p:spPr>
          <a:xfrm>
            <a:off x="755575" y="4201770"/>
            <a:ext cx="7632850" cy="646331"/>
          </a:xfrm>
          <a:prstGeom prst="rect">
            <a:avLst/>
          </a:prstGeom>
          <a:noFill/>
        </p:spPr>
        <p:txBody>
          <a:bodyPr wrap="square" rtlCol="0">
            <a:spAutoFit/>
          </a:bodyPr>
          <a:lstStyle/>
          <a:p>
            <a:r>
              <a:rPr kumimoji="1" lang="en-US" altLang="ja-JP" dirty="0">
                <a:solidFill>
                  <a:srgbClr val="CC00CC"/>
                </a:solidFill>
              </a:rPr>
              <a:t>Above page is for the “RRI on </a:t>
            </a:r>
            <a:r>
              <a:rPr kumimoji="1" lang="en-US" altLang="ja-JP" dirty="0" err="1">
                <a:solidFill>
                  <a:srgbClr val="CC00CC"/>
                </a:solidFill>
              </a:rPr>
              <a:t>iRIC</a:t>
            </a:r>
            <a:r>
              <a:rPr lang="en-US" altLang="ja-JP" dirty="0">
                <a:solidFill>
                  <a:srgbClr val="CC00CC"/>
                </a:solidFill>
              </a:rPr>
              <a:t>” for the </a:t>
            </a:r>
            <a:r>
              <a:rPr lang="en-US" altLang="ja-JP" dirty="0" err="1">
                <a:solidFill>
                  <a:srgbClr val="CC00CC"/>
                </a:solidFill>
              </a:rPr>
              <a:t>iRIC</a:t>
            </a:r>
            <a:r>
              <a:rPr lang="en-US" altLang="ja-JP" dirty="0">
                <a:solidFill>
                  <a:srgbClr val="CC00CC"/>
                </a:solidFill>
              </a:rPr>
              <a:t> version3. So some part of it cannot work correctly. </a:t>
            </a:r>
            <a:endParaRPr kumimoji="1" lang="ja-JP" altLang="en-US" dirty="0">
              <a:solidFill>
                <a:srgbClr val="CC00CC"/>
              </a:solidFill>
            </a:endParaRPr>
          </a:p>
        </p:txBody>
      </p:sp>
    </p:spTree>
    <p:extLst>
      <p:ext uri="{BB962C8B-B14F-4D97-AF65-F5344CB8AC3E}">
        <p14:creationId xmlns:p14="http://schemas.microsoft.com/office/powerpoint/2010/main" val="3710158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1C9672-8EF6-07EE-4B6D-1DFD7ECA5A65}"/>
              </a:ext>
            </a:extLst>
          </p:cNvPr>
          <p:cNvSpPr>
            <a:spLocks noGrp="1"/>
          </p:cNvSpPr>
          <p:nvPr>
            <p:ph type="title"/>
          </p:nvPr>
        </p:nvSpPr>
        <p:spPr/>
        <p:txBody>
          <a:bodyPr/>
          <a:lstStyle/>
          <a:p>
            <a:r>
              <a:rPr kumimoji="1" lang="en-US" altLang="ja-JP" dirty="0"/>
              <a:t>UC-tools</a:t>
            </a:r>
            <a:endParaRPr kumimoji="1" lang="ja-JP" altLang="en-US" dirty="0"/>
          </a:p>
        </p:txBody>
      </p:sp>
      <p:sp>
        <p:nvSpPr>
          <p:cNvPr id="3" name="スライド番号プレースホルダー 2">
            <a:extLst>
              <a:ext uri="{FF2B5EF4-FFF2-40B4-BE49-F238E27FC236}">
                <a16:creationId xmlns:a16="http://schemas.microsoft.com/office/drawing/2014/main" id="{2FF4F262-1426-D4A9-B60A-57F7742C5373}"/>
              </a:ext>
            </a:extLst>
          </p:cNvPr>
          <p:cNvSpPr>
            <a:spLocks noGrp="1"/>
          </p:cNvSpPr>
          <p:nvPr>
            <p:ph type="sldNum" sz="quarter" idx="4"/>
          </p:nvPr>
        </p:nvSpPr>
        <p:spPr/>
        <p:txBody>
          <a:bodyPr/>
          <a:lstStyle/>
          <a:p>
            <a:fld id="{20D7992C-48F2-4E31-94B3-AEBFE61D48E1}" type="slidenum">
              <a:rPr lang="ja-JP" altLang="en-US" smtClean="0"/>
              <a:pPr/>
              <a:t>8</a:t>
            </a:fld>
            <a:endParaRPr lang="ja-JP" altLang="en-US" dirty="0"/>
          </a:p>
        </p:txBody>
      </p:sp>
      <p:sp>
        <p:nvSpPr>
          <p:cNvPr id="4" name="フッター プレースホルダー 3">
            <a:extLst>
              <a:ext uri="{FF2B5EF4-FFF2-40B4-BE49-F238E27FC236}">
                <a16:creationId xmlns:a16="http://schemas.microsoft.com/office/drawing/2014/main" id="{11047527-119A-6F4E-F7BB-BE8F0CE6E03B}"/>
              </a:ext>
            </a:extLst>
          </p:cNvPr>
          <p:cNvSpPr>
            <a:spLocks noGrp="1"/>
          </p:cNvSpPr>
          <p:nvPr>
            <p:ph type="ftr" sz="quarter" idx="3"/>
          </p:nvPr>
        </p:nvSpPr>
        <p:spPr/>
        <p:txBody>
          <a:bodyPr/>
          <a:lstStyle/>
          <a:p>
            <a:r>
              <a:rPr lang="en-US" altLang="ja-JP"/>
              <a:t>Copyright (C) 2023 General Incorporated Association iRIC-UC All Rights Reserved</a:t>
            </a:r>
            <a:endParaRPr lang="ja-JP" altLang="en-US" dirty="0"/>
          </a:p>
        </p:txBody>
      </p:sp>
      <p:sp>
        <p:nvSpPr>
          <p:cNvPr id="6" name="テキスト ボックス 5">
            <a:extLst>
              <a:ext uri="{FF2B5EF4-FFF2-40B4-BE49-F238E27FC236}">
                <a16:creationId xmlns:a16="http://schemas.microsoft.com/office/drawing/2014/main" id="{24612C94-4C97-B507-2497-87019A12F609}"/>
              </a:ext>
            </a:extLst>
          </p:cNvPr>
          <p:cNvSpPr txBox="1"/>
          <p:nvPr/>
        </p:nvSpPr>
        <p:spPr>
          <a:xfrm>
            <a:off x="2286000" y="1268760"/>
            <a:ext cx="4572000" cy="369332"/>
          </a:xfrm>
          <a:prstGeom prst="rect">
            <a:avLst/>
          </a:prstGeom>
          <a:noFill/>
        </p:spPr>
        <p:txBody>
          <a:bodyPr wrap="square">
            <a:spAutoFit/>
          </a:bodyPr>
          <a:lstStyle/>
          <a:p>
            <a:pPr algn="ctr"/>
            <a:r>
              <a:rPr lang="ja-JP" altLang="en-US" dirty="0"/>
              <a:t>https://tools.i-ric.info/login/</a:t>
            </a:r>
          </a:p>
        </p:txBody>
      </p:sp>
      <p:sp>
        <p:nvSpPr>
          <p:cNvPr id="7" name="テキスト ボックス 6">
            <a:extLst>
              <a:ext uri="{FF2B5EF4-FFF2-40B4-BE49-F238E27FC236}">
                <a16:creationId xmlns:a16="http://schemas.microsoft.com/office/drawing/2014/main" id="{0963C330-9C3D-96B3-CCEA-E39F60C14E1D}"/>
              </a:ext>
            </a:extLst>
          </p:cNvPr>
          <p:cNvSpPr txBox="1"/>
          <p:nvPr/>
        </p:nvSpPr>
        <p:spPr>
          <a:xfrm>
            <a:off x="971600" y="2636912"/>
            <a:ext cx="7200800" cy="2308324"/>
          </a:xfrm>
          <a:prstGeom prst="rect">
            <a:avLst/>
          </a:prstGeom>
          <a:noFill/>
        </p:spPr>
        <p:txBody>
          <a:bodyPr wrap="square" rtlCol="0">
            <a:spAutoFit/>
          </a:bodyPr>
          <a:lstStyle/>
          <a:p>
            <a:r>
              <a:rPr kumimoji="1" lang="en-US" altLang="ja-JP" dirty="0"/>
              <a:t>This tool is for the </a:t>
            </a:r>
            <a:r>
              <a:rPr kumimoji="1" lang="en-US" altLang="ja-JP" dirty="0" err="1"/>
              <a:t>iRIC</a:t>
            </a:r>
            <a:r>
              <a:rPr kumimoji="1" lang="en-US" altLang="ja-JP" dirty="0"/>
              <a:t>-UC member and the developer who provides solvers for the </a:t>
            </a:r>
            <a:r>
              <a:rPr kumimoji="1" lang="en-US" altLang="ja-JP" dirty="0" err="1"/>
              <a:t>iRIC</a:t>
            </a:r>
            <a:r>
              <a:rPr kumimoji="1" lang="en-US" altLang="ja-JP" dirty="0"/>
              <a:t> software.</a:t>
            </a:r>
          </a:p>
          <a:p>
            <a:endParaRPr lang="en-US" altLang="ja-JP" dirty="0"/>
          </a:p>
          <a:p>
            <a:r>
              <a:rPr lang="en-US" altLang="ja-JP" dirty="0"/>
              <a:t>The </a:t>
            </a:r>
            <a:r>
              <a:rPr lang="en-US" altLang="ja-JP" dirty="0" err="1"/>
              <a:t>iRIC</a:t>
            </a:r>
            <a:r>
              <a:rPr lang="en-US" altLang="ja-JP" dirty="0"/>
              <a:t>-UC member is a organization, such as a company, a group, a laboratory.</a:t>
            </a:r>
          </a:p>
          <a:p>
            <a:endParaRPr kumimoji="1" lang="en-US" altLang="ja-JP" dirty="0"/>
          </a:p>
          <a:p>
            <a:r>
              <a:rPr lang="en-US" altLang="ja-JP" dirty="0"/>
              <a:t>The developer is a person who contributes to the solver develop, not a organization, group etc.</a:t>
            </a:r>
            <a:endParaRPr kumimoji="1" lang="en-US" altLang="ja-JP" dirty="0"/>
          </a:p>
        </p:txBody>
      </p:sp>
      <p:sp>
        <p:nvSpPr>
          <p:cNvPr id="8" name="テキスト ボックス 7">
            <a:extLst>
              <a:ext uri="{FF2B5EF4-FFF2-40B4-BE49-F238E27FC236}">
                <a16:creationId xmlns:a16="http://schemas.microsoft.com/office/drawing/2014/main" id="{2B6743AA-EF4C-84E3-6BF6-EC274B7837FD}"/>
              </a:ext>
            </a:extLst>
          </p:cNvPr>
          <p:cNvSpPr txBox="1"/>
          <p:nvPr/>
        </p:nvSpPr>
        <p:spPr>
          <a:xfrm>
            <a:off x="755575" y="5373216"/>
            <a:ext cx="7632850" cy="1200329"/>
          </a:xfrm>
          <a:prstGeom prst="rect">
            <a:avLst/>
          </a:prstGeom>
          <a:noFill/>
        </p:spPr>
        <p:txBody>
          <a:bodyPr wrap="square" rtlCol="0">
            <a:spAutoFit/>
          </a:bodyPr>
          <a:lstStyle/>
          <a:p>
            <a:r>
              <a:rPr kumimoji="1" lang="en-US" altLang="ja-JP" dirty="0">
                <a:solidFill>
                  <a:srgbClr val="CC00CC"/>
                </a:solidFill>
              </a:rPr>
              <a:t>Original data set for </a:t>
            </a:r>
            <a:r>
              <a:rPr lang="en-US" altLang="ja-JP" dirty="0">
                <a:solidFill>
                  <a:srgbClr val="CC00CC"/>
                </a:solidFill>
              </a:rPr>
              <a:t>above website </a:t>
            </a:r>
            <a:r>
              <a:rPr kumimoji="1" lang="en-US" altLang="ja-JP" dirty="0">
                <a:solidFill>
                  <a:srgbClr val="CC00CC"/>
                </a:solidFill>
              </a:rPr>
              <a:t>come from J-</a:t>
            </a:r>
            <a:r>
              <a:rPr kumimoji="1" lang="en-US" altLang="ja-JP" dirty="0" err="1">
                <a:solidFill>
                  <a:srgbClr val="CC00CC"/>
                </a:solidFill>
              </a:rPr>
              <a:t>Flw</a:t>
            </a:r>
            <a:r>
              <a:rPr kumimoji="1" lang="en-US" altLang="ja-JP" dirty="0">
                <a:solidFill>
                  <a:srgbClr val="CC00CC"/>
                </a:solidFill>
              </a:rPr>
              <a:t> </a:t>
            </a:r>
            <a:r>
              <a:rPr lang="en-US" altLang="ja-JP" dirty="0">
                <a:solidFill>
                  <a:srgbClr val="CC00CC"/>
                </a:solidFill>
              </a:rPr>
              <a:t>Dir. It may be too dense for the Analysis for the RRI. Especially, for today’s hands on. So we provide another data set which are generated by using “scaleup” program which is provided with the original RRI. </a:t>
            </a:r>
            <a:endParaRPr kumimoji="1" lang="ja-JP" altLang="en-US" dirty="0">
              <a:solidFill>
                <a:srgbClr val="CC00CC"/>
              </a:solidFill>
            </a:endParaRPr>
          </a:p>
        </p:txBody>
      </p:sp>
    </p:spTree>
    <p:extLst>
      <p:ext uri="{BB962C8B-B14F-4D97-AF65-F5344CB8AC3E}">
        <p14:creationId xmlns:p14="http://schemas.microsoft.com/office/powerpoint/2010/main" val="6864801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B8792D-60E2-85FE-F391-B8404FD1FF92}"/>
              </a:ext>
            </a:extLst>
          </p:cNvPr>
          <p:cNvSpPr>
            <a:spLocks noGrp="1"/>
          </p:cNvSpPr>
          <p:nvPr>
            <p:ph type="title"/>
          </p:nvPr>
        </p:nvSpPr>
        <p:spPr/>
        <p:txBody>
          <a:bodyPr/>
          <a:lstStyle/>
          <a:p>
            <a:r>
              <a:rPr kumimoji="1" lang="ja-JP" altLang="en-US" dirty="0"/>
              <a:t>ご相談</a:t>
            </a:r>
          </a:p>
        </p:txBody>
      </p:sp>
      <p:sp>
        <p:nvSpPr>
          <p:cNvPr id="6" name="コンテンツ プレースホルダー 5">
            <a:extLst>
              <a:ext uri="{FF2B5EF4-FFF2-40B4-BE49-F238E27FC236}">
                <a16:creationId xmlns:a16="http://schemas.microsoft.com/office/drawing/2014/main" id="{5CBBB1A7-319C-5FC7-B6EC-B611650094CB}"/>
              </a:ext>
            </a:extLst>
          </p:cNvPr>
          <p:cNvSpPr>
            <a:spLocks noGrp="1"/>
          </p:cNvSpPr>
          <p:nvPr>
            <p:ph idx="1"/>
          </p:nvPr>
        </p:nvSpPr>
        <p:spPr/>
        <p:txBody>
          <a:bodyPr/>
          <a:lstStyle/>
          <a:p>
            <a:r>
              <a:rPr lang="en-US" altLang="ja-JP" sz="1600" dirty="0" err="1"/>
              <a:t>iRIC</a:t>
            </a:r>
            <a:r>
              <a:rPr lang="ja-JP" altLang="en-US" sz="1600" dirty="0"/>
              <a:t>のコンセプトとして、基本誰もが利用できる形にしていきたい。</a:t>
            </a:r>
            <a:endParaRPr lang="en-US" altLang="ja-JP" sz="1600" dirty="0"/>
          </a:p>
          <a:p>
            <a:r>
              <a:rPr lang="ja-JP" altLang="en-US" dirty="0"/>
              <a:t>しかし</a:t>
            </a:r>
            <a:r>
              <a:rPr lang="en-US" altLang="ja-JP" sz="1600" dirty="0"/>
              <a:t>”RRI on </a:t>
            </a:r>
            <a:r>
              <a:rPr lang="en-US" altLang="ja-JP" sz="1600" dirty="0" err="1"/>
              <a:t>iRIC</a:t>
            </a:r>
            <a:r>
              <a:rPr lang="en-US" altLang="ja-JP" sz="1600" dirty="0"/>
              <a:t>”</a:t>
            </a:r>
            <a:r>
              <a:rPr lang="ja-JP" altLang="en-US" sz="1600" dirty="0"/>
              <a:t>はいろいろな理由により以下の状況。</a:t>
            </a:r>
            <a:endParaRPr lang="en-US" altLang="ja-JP" sz="1600" dirty="0"/>
          </a:p>
          <a:p>
            <a:endParaRPr lang="ja-JP" altLang="en-US" dirty="0"/>
          </a:p>
        </p:txBody>
      </p:sp>
      <p:sp>
        <p:nvSpPr>
          <p:cNvPr id="4" name="スライド番号プレースホルダー 3">
            <a:extLst>
              <a:ext uri="{FF2B5EF4-FFF2-40B4-BE49-F238E27FC236}">
                <a16:creationId xmlns:a16="http://schemas.microsoft.com/office/drawing/2014/main" id="{4500C2B4-0667-04B9-B9B7-8DE5FB0F281D}"/>
              </a:ext>
            </a:extLst>
          </p:cNvPr>
          <p:cNvSpPr>
            <a:spLocks noGrp="1"/>
          </p:cNvSpPr>
          <p:nvPr>
            <p:ph type="sldNum" sz="quarter" idx="4"/>
          </p:nvPr>
        </p:nvSpPr>
        <p:spPr/>
        <p:txBody>
          <a:bodyPr/>
          <a:lstStyle/>
          <a:p>
            <a:fld id="{20D7992C-48F2-4E31-94B3-AEBFE61D48E1}" type="slidenum">
              <a:rPr lang="ja-JP" altLang="en-US" smtClean="0"/>
              <a:pPr/>
              <a:t>9</a:t>
            </a:fld>
            <a:endParaRPr lang="ja-JP" altLang="en-US" dirty="0"/>
          </a:p>
        </p:txBody>
      </p:sp>
      <p:sp>
        <p:nvSpPr>
          <p:cNvPr id="5" name="フッター プレースホルダー 4">
            <a:extLst>
              <a:ext uri="{FF2B5EF4-FFF2-40B4-BE49-F238E27FC236}">
                <a16:creationId xmlns:a16="http://schemas.microsoft.com/office/drawing/2014/main" id="{F0FA65C3-75FD-60C8-783F-141290CD8CBB}"/>
              </a:ext>
            </a:extLst>
          </p:cNvPr>
          <p:cNvSpPr>
            <a:spLocks noGrp="1"/>
          </p:cNvSpPr>
          <p:nvPr>
            <p:ph type="ftr" sz="quarter" idx="3"/>
          </p:nvPr>
        </p:nvSpPr>
        <p:spPr/>
        <p:txBody>
          <a:bodyPr/>
          <a:lstStyle/>
          <a:p>
            <a:r>
              <a:rPr lang="en-US" altLang="ja-JP"/>
              <a:t>Copyright (C) 2023 General Incorporated Association iRIC-UC All Rights Reserved</a:t>
            </a:r>
            <a:endParaRPr lang="ja-JP" altLang="en-US" dirty="0"/>
          </a:p>
        </p:txBody>
      </p:sp>
      <p:graphicFrame>
        <p:nvGraphicFramePr>
          <p:cNvPr id="8" name="表 7">
            <a:extLst>
              <a:ext uri="{FF2B5EF4-FFF2-40B4-BE49-F238E27FC236}">
                <a16:creationId xmlns:a16="http://schemas.microsoft.com/office/drawing/2014/main" id="{54733FE7-6331-688A-BF55-7402C46307C3}"/>
              </a:ext>
            </a:extLst>
          </p:cNvPr>
          <p:cNvGraphicFramePr>
            <a:graphicFrameLocks noGrp="1"/>
          </p:cNvGraphicFramePr>
          <p:nvPr>
            <p:extLst>
              <p:ext uri="{D42A27DB-BD31-4B8C-83A1-F6EECF244321}">
                <p14:modId xmlns:p14="http://schemas.microsoft.com/office/powerpoint/2010/main" val="2902248368"/>
              </p:ext>
            </p:extLst>
          </p:nvPr>
        </p:nvGraphicFramePr>
        <p:xfrm>
          <a:off x="442864" y="1772816"/>
          <a:ext cx="8305599" cy="4011617"/>
        </p:xfrm>
        <a:graphic>
          <a:graphicData uri="http://schemas.openxmlformats.org/drawingml/2006/table">
            <a:tbl>
              <a:tblPr firstRow="1" bandRow="1">
                <a:tableStyleId>{5C22544A-7EE6-4342-B048-85BDC9FD1C3A}</a:tableStyleId>
              </a:tblPr>
              <a:tblGrid>
                <a:gridCol w="2688976">
                  <a:extLst>
                    <a:ext uri="{9D8B030D-6E8A-4147-A177-3AD203B41FA5}">
                      <a16:colId xmlns:a16="http://schemas.microsoft.com/office/drawing/2014/main" val="991572698"/>
                    </a:ext>
                  </a:extLst>
                </a:gridCol>
                <a:gridCol w="3600400">
                  <a:extLst>
                    <a:ext uri="{9D8B030D-6E8A-4147-A177-3AD203B41FA5}">
                      <a16:colId xmlns:a16="http://schemas.microsoft.com/office/drawing/2014/main" val="3447127485"/>
                    </a:ext>
                  </a:extLst>
                </a:gridCol>
                <a:gridCol w="2016223">
                  <a:extLst>
                    <a:ext uri="{9D8B030D-6E8A-4147-A177-3AD203B41FA5}">
                      <a16:colId xmlns:a16="http://schemas.microsoft.com/office/drawing/2014/main" val="3653367715"/>
                    </a:ext>
                  </a:extLst>
                </a:gridCol>
              </a:tblGrid>
              <a:tr h="314582">
                <a:tc>
                  <a:txBody>
                    <a:bodyPr/>
                    <a:lstStyle/>
                    <a:p>
                      <a:pPr algn="ctr"/>
                      <a:r>
                        <a:rPr kumimoji="1" lang="ja-JP" altLang="en-US" dirty="0"/>
                        <a:t>項目</a:t>
                      </a:r>
                    </a:p>
                  </a:txBody>
                  <a:tcPr anchor="ctr"/>
                </a:tc>
                <a:tc>
                  <a:txBody>
                    <a:bodyPr/>
                    <a:lstStyle/>
                    <a:p>
                      <a:pPr algn="ctr"/>
                      <a:r>
                        <a:rPr kumimoji="1" lang="ja-JP" altLang="en-US" dirty="0"/>
                        <a:t>現状</a:t>
                      </a:r>
                    </a:p>
                  </a:txBody>
                  <a:tcPr anchor="ctr"/>
                </a:tc>
                <a:tc>
                  <a:txBody>
                    <a:bodyPr/>
                    <a:lstStyle/>
                    <a:p>
                      <a:pPr algn="ctr"/>
                      <a:r>
                        <a:rPr kumimoji="1" lang="ja-JP" altLang="en-US" dirty="0"/>
                        <a:t>実現したいこと</a:t>
                      </a:r>
                    </a:p>
                  </a:txBody>
                  <a:tcPr anchor="ctr"/>
                </a:tc>
                <a:extLst>
                  <a:ext uri="{0D108BD9-81ED-4DB2-BD59-A6C34878D82A}">
                    <a16:rowId xmlns:a16="http://schemas.microsoft.com/office/drawing/2014/main" val="2469266812"/>
                  </a:ext>
                </a:extLst>
              </a:tr>
              <a:tr h="498575">
                <a:tc>
                  <a:txBody>
                    <a:bodyPr/>
                    <a:lstStyle/>
                    <a:p>
                      <a:r>
                        <a:rPr kumimoji="1" lang="en-US" altLang="ja-JP" dirty="0" err="1"/>
                        <a:t>Github</a:t>
                      </a:r>
                      <a:r>
                        <a:rPr kumimoji="1" lang="en-US" altLang="ja-JP" dirty="0"/>
                        <a:t> </a:t>
                      </a:r>
                      <a:r>
                        <a:rPr kumimoji="1" lang="ja-JP" altLang="en-US" dirty="0"/>
                        <a:t>リポジトリ</a:t>
                      </a:r>
                    </a:p>
                  </a:txBody>
                  <a:tcPr/>
                </a:tc>
                <a:tc>
                  <a:txBody>
                    <a:bodyPr/>
                    <a:lstStyle/>
                    <a:p>
                      <a:r>
                        <a:rPr kumimoji="1" lang="ja-JP" altLang="en-US" dirty="0"/>
                        <a:t>非公開</a:t>
                      </a:r>
                    </a:p>
                  </a:txBody>
                  <a:tcPr/>
                </a:tc>
                <a:tc>
                  <a:txBody>
                    <a:bodyPr/>
                    <a:lstStyle/>
                    <a:p>
                      <a:r>
                        <a:rPr kumimoji="1" lang="ja-JP" altLang="en-US" dirty="0"/>
                        <a:t>公開</a:t>
                      </a:r>
                    </a:p>
                  </a:txBody>
                  <a:tcPr/>
                </a:tc>
                <a:extLst>
                  <a:ext uri="{0D108BD9-81ED-4DB2-BD59-A6C34878D82A}">
                    <a16:rowId xmlns:a16="http://schemas.microsoft.com/office/drawing/2014/main" val="3083867352"/>
                  </a:ext>
                </a:extLst>
              </a:tr>
              <a:tr h="498575">
                <a:tc>
                  <a:txBody>
                    <a:bodyPr/>
                    <a:lstStyle/>
                    <a:p>
                      <a:r>
                        <a:rPr kumimoji="1" lang="ja-JP" altLang="en-US" dirty="0"/>
                        <a:t>ドキュメント</a:t>
                      </a:r>
                    </a:p>
                  </a:txBody>
                  <a:tcPr/>
                </a:tc>
                <a:tc>
                  <a:txBody>
                    <a:bodyPr/>
                    <a:lstStyle/>
                    <a:p>
                      <a:r>
                        <a:rPr kumimoji="1" lang="en-US" altLang="ja-JP" dirty="0"/>
                        <a:t>V3</a:t>
                      </a:r>
                      <a:r>
                        <a:rPr kumimoji="1" lang="ja-JP" altLang="en-US" dirty="0"/>
                        <a:t>対応のまま</a:t>
                      </a:r>
                      <a:endParaRPr kumimoji="1" lang="en-US" altLang="ja-JP" dirty="0"/>
                    </a:p>
                  </a:txBody>
                  <a:tcPr/>
                </a:tc>
                <a:tc>
                  <a:txBody>
                    <a:bodyPr/>
                    <a:lstStyle/>
                    <a:p>
                      <a:r>
                        <a:rPr kumimoji="1" lang="en-US" altLang="ja-JP" dirty="0"/>
                        <a:t>V4</a:t>
                      </a:r>
                      <a:r>
                        <a:rPr kumimoji="1" lang="ja-JP" altLang="en-US" dirty="0"/>
                        <a:t>対応</a:t>
                      </a:r>
                      <a:endParaRPr kumimoji="1" lang="en-US" altLang="ja-JP" dirty="0"/>
                    </a:p>
                  </a:txBody>
                  <a:tcPr/>
                </a:tc>
                <a:extLst>
                  <a:ext uri="{0D108BD9-81ED-4DB2-BD59-A6C34878D82A}">
                    <a16:rowId xmlns:a16="http://schemas.microsoft.com/office/drawing/2014/main" val="246775597"/>
                  </a:ext>
                </a:extLst>
              </a:tr>
              <a:tr h="498575">
                <a:tc>
                  <a:txBody>
                    <a:bodyPr/>
                    <a:lstStyle/>
                    <a:p>
                      <a:r>
                        <a:rPr kumimoji="1" lang="ja-JP" altLang="en-US" dirty="0"/>
                        <a:t>ドキュメント（英語）</a:t>
                      </a:r>
                    </a:p>
                  </a:txBody>
                  <a:tcPr/>
                </a:tc>
                <a:tc>
                  <a:txBody>
                    <a:bodyPr/>
                    <a:lstStyle/>
                    <a:p>
                      <a:r>
                        <a:rPr kumimoji="1" lang="ja-JP" altLang="en-US" dirty="0"/>
                        <a:t>未整備</a:t>
                      </a:r>
                    </a:p>
                  </a:txBody>
                  <a:tcPr/>
                </a:tc>
                <a:tc>
                  <a:txBody>
                    <a:bodyPr/>
                    <a:lstStyle/>
                    <a:p>
                      <a:r>
                        <a:rPr kumimoji="1" lang="ja-JP" altLang="en-US" dirty="0"/>
                        <a:t>整備</a:t>
                      </a:r>
                    </a:p>
                  </a:txBody>
                  <a:tcPr/>
                </a:tc>
                <a:extLst>
                  <a:ext uri="{0D108BD9-81ED-4DB2-BD59-A6C34878D82A}">
                    <a16:rowId xmlns:a16="http://schemas.microsoft.com/office/drawing/2014/main" val="3119017263"/>
                  </a:ext>
                </a:extLst>
              </a:tr>
              <a:tr h="550519">
                <a:tc>
                  <a:txBody>
                    <a:bodyPr/>
                    <a:lstStyle/>
                    <a:p>
                      <a:r>
                        <a:rPr kumimoji="1" lang="ja-JP" altLang="en-US" dirty="0"/>
                        <a:t>流域地形データ（国内）</a:t>
                      </a:r>
                    </a:p>
                  </a:txBody>
                  <a:tcPr/>
                </a:tc>
                <a:tc>
                  <a:txBody>
                    <a:bodyPr/>
                    <a:lstStyle/>
                    <a:p>
                      <a:r>
                        <a:rPr kumimoji="1" lang="en-US" altLang="ja-JP" dirty="0" err="1"/>
                        <a:t>iRIC</a:t>
                      </a:r>
                      <a:r>
                        <a:rPr kumimoji="1" lang="en-US" altLang="ja-JP" dirty="0"/>
                        <a:t>-UC</a:t>
                      </a:r>
                      <a:r>
                        <a:rPr kumimoji="1" lang="ja-JP" altLang="en-US" dirty="0"/>
                        <a:t>または開発者限定</a:t>
                      </a:r>
                      <a:endParaRPr kumimoji="1" lang="en-US" altLang="ja-JP" dirty="0"/>
                    </a:p>
                  </a:txBody>
                  <a:tcPr/>
                </a:tc>
                <a:tc>
                  <a:txBody>
                    <a:bodyPr/>
                    <a:lstStyle/>
                    <a:p>
                      <a:r>
                        <a:rPr kumimoji="1" lang="ja-JP" altLang="en-US" dirty="0"/>
                        <a:t>全公開</a:t>
                      </a:r>
                      <a:endParaRPr kumimoji="1" lang="en-US" altLang="ja-JP" dirty="0"/>
                    </a:p>
                  </a:txBody>
                  <a:tcPr/>
                </a:tc>
                <a:extLst>
                  <a:ext uri="{0D108BD9-81ED-4DB2-BD59-A6C34878D82A}">
                    <a16:rowId xmlns:a16="http://schemas.microsoft.com/office/drawing/2014/main" val="1210954279"/>
                  </a:ext>
                </a:extLst>
              </a:tr>
              <a:tr h="550519">
                <a:tc>
                  <a:txBody>
                    <a:bodyPr/>
                    <a:lstStyle/>
                    <a:p>
                      <a:r>
                        <a:rPr kumimoji="1" lang="ja-JP" altLang="en-US" dirty="0"/>
                        <a:t>流域地形データ（海外）</a:t>
                      </a:r>
                    </a:p>
                  </a:txBody>
                  <a:tcPr/>
                </a:tc>
                <a:tc>
                  <a:txBody>
                    <a:bodyPr/>
                    <a:lstStyle/>
                    <a:p>
                      <a:r>
                        <a:rPr kumimoji="1" lang="ja-JP" altLang="en-US" dirty="0"/>
                        <a:t>未整備</a:t>
                      </a:r>
                      <a:endParaRPr kumimoji="1" lang="en-US" altLang="ja-JP" dirty="0"/>
                    </a:p>
                  </a:txBody>
                  <a:tcPr/>
                </a:tc>
                <a:tc>
                  <a:txBody>
                    <a:bodyPr/>
                    <a:lstStyle/>
                    <a:p>
                      <a:r>
                        <a:rPr kumimoji="1" lang="ja-JP" altLang="en-US" dirty="0"/>
                        <a:t>全公開</a:t>
                      </a:r>
                      <a:endParaRPr kumimoji="1" lang="en-US" altLang="ja-JP" dirty="0"/>
                    </a:p>
                  </a:txBody>
                  <a:tcPr/>
                </a:tc>
                <a:extLst>
                  <a:ext uri="{0D108BD9-81ED-4DB2-BD59-A6C34878D82A}">
                    <a16:rowId xmlns:a16="http://schemas.microsoft.com/office/drawing/2014/main" val="846277556"/>
                  </a:ext>
                </a:extLst>
              </a:tr>
              <a:tr h="550519">
                <a:tc>
                  <a:txBody>
                    <a:bodyPr/>
                    <a:lstStyle/>
                    <a:p>
                      <a:r>
                        <a:rPr kumimoji="1" lang="ja-JP" altLang="en-US" dirty="0"/>
                        <a:t>降雨（国内）</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err="1"/>
                        <a:t>iRIC</a:t>
                      </a:r>
                      <a:r>
                        <a:rPr kumimoji="1" lang="en-US" altLang="ja-JP" dirty="0"/>
                        <a:t>-UC</a:t>
                      </a:r>
                      <a:r>
                        <a:rPr kumimoji="1" lang="ja-JP" altLang="en-US" dirty="0"/>
                        <a:t>または開発者限定</a:t>
                      </a:r>
                      <a:endParaRPr kumimoji="1" lang="en-US" altLang="ja-JP" dirty="0"/>
                    </a:p>
                  </a:txBody>
                  <a:tcPr/>
                </a:tc>
                <a:tc>
                  <a:txBody>
                    <a:bodyPr/>
                    <a:lstStyle/>
                    <a:p>
                      <a:r>
                        <a:rPr kumimoji="1" lang="ja-JP" altLang="en-US" dirty="0"/>
                        <a:t>全公開</a:t>
                      </a:r>
                      <a:endParaRPr kumimoji="1" lang="en-US" altLang="ja-JP" dirty="0"/>
                    </a:p>
                  </a:txBody>
                  <a:tcPr/>
                </a:tc>
                <a:extLst>
                  <a:ext uri="{0D108BD9-81ED-4DB2-BD59-A6C34878D82A}">
                    <a16:rowId xmlns:a16="http://schemas.microsoft.com/office/drawing/2014/main" val="3193419181"/>
                  </a:ext>
                </a:extLst>
              </a:tr>
              <a:tr h="498575">
                <a:tc>
                  <a:txBody>
                    <a:bodyPr/>
                    <a:lstStyle/>
                    <a:p>
                      <a:r>
                        <a:rPr kumimoji="1" lang="ja-JP" altLang="en-US" dirty="0"/>
                        <a:t>降雨（海外）</a:t>
                      </a:r>
                    </a:p>
                  </a:txBody>
                  <a:tcPr/>
                </a:tc>
                <a:tc>
                  <a:txBody>
                    <a:bodyPr/>
                    <a:lstStyle/>
                    <a:p>
                      <a:r>
                        <a:rPr kumimoji="1" lang="ja-JP" altLang="en-US" dirty="0"/>
                        <a:t>未整備</a:t>
                      </a:r>
                      <a:endParaRPr kumimoji="1" lang="en-US" altLang="ja-JP" dirty="0"/>
                    </a:p>
                  </a:txBody>
                  <a:tcPr/>
                </a:tc>
                <a:tc>
                  <a:txBody>
                    <a:bodyPr/>
                    <a:lstStyle/>
                    <a:p>
                      <a:r>
                        <a:rPr kumimoji="1" lang="ja-JP" altLang="en-US" dirty="0"/>
                        <a:t>？</a:t>
                      </a:r>
                      <a:endParaRPr kumimoji="1" lang="en-US" altLang="ja-JP" dirty="0"/>
                    </a:p>
                  </a:txBody>
                  <a:tcPr/>
                </a:tc>
                <a:extLst>
                  <a:ext uri="{0D108BD9-81ED-4DB2-BD59-A6C34878D82A}">
                    <a16:rowId xmlns:a16="http://schemas.microsoft.com/office/drawing/2014/main" val="2167225732"/>
                  </a:ext>
                </a:extLst>
              </a:tr>
            </a:tbl>
          </a:graphicData>
        </a:graphic>
      </p:graphicFrame>
      <p:sp>
        <p:nvSpPr>
          <p:cNvPr id="10" name="テキスト ボックス 9">
            <a:extLst>
              <a:ext uri="{FF2B5EF4-FFF2-40B4-BE49-F238E27FC236}">
                <a16:creationId xmlns:a16="http://schemas.microsoft.com/office/drawing/2014/main" id="{80D22C3A-B11B-A4C0-AEBC-FC0349870A5A}"/>
              </a:ext>
            </a:extLst>
          </p:cNvPr>
          <p:cNvSpPr txBox="1"/>
          <p:nvPr/>
        </p:nvSpPr>
        <p:spPr>
          <a:xfrm>
            <a:off x="395536" y="5949280"/>
            <a:ext cx="8352928" cy="646331"/>
          </a:xfrm>
          <a:prstGeom prst="rect">
            <a:avLst/>
          </a:prstGeom>
          <a:noFill/>
        </p:spPr>
        <p:txBody>
          <a:bodyPr wrap="square">
            <a:spAutoFit/>
          </a:bodyPr>
          <a:lstStyle/>
          <a:p>
            <a:pPr algn="ctr"/>
            <a:r>
              <a:rPr lang="ja-JP" altLang="en-US" sz="1800" dirty="0"/>
              <a:t>「実現したいこと」に近づけることを期待し、</a:t>
            </a:r>
            <a:endParaRPr lang="en-US" altLang="ja-JP" sz="1800" dirty="0"/>
          </a:p>
          <a:p>
            <a:pPr algn="ctr"/>
            <a:r>
              <a:rPr lang="ja-JP" altLang="en-US" sz="1800" dirty="0"/>
              <a:t>今後</a:t>
            </a:r>
            <a:r>
              <a:rPr lang="en-US" altLang="ja-JP" sz="1800" dirty="0"/>
              <a:t>”RRI on </a:t>
            </a:r>
            <a:r>
              <a:rPr lang="en-US" altLang="ja-JP" sz="1800" dirty="0" err="1"/>
              <a:t>iRIC</a:t>
            </a:r>
            <a:r>
              <a:rPr lang="en-US" altLang="ja-JP" sz="1800" dirty="0"/>
              <a:t>”</a:t>
            </a:r>
            <a:r>
              <a:rPr lang="ja-JP" altLang="en-US" sz="1800" dirty="0"/>
              <a:t>の管理を</a:t>
            </a:r>
            <a:r>
              <a:rPr lang="en-US" altLang="ja-JP" sz="1800" dirty="0" err="1"/>
              <a:t>icharm</a:t>
            </a:r>
            <a:r>
              <a:rPr lang="ja-JP" altLang="en-US" sz="1800" dirty="0"/>
              <a:t>さんにお願いしたいと考えている</a:t>
            </a:r>
            <a:endParaRPr lang="en-US" altLang="ja-JP" sz="1800" dirty="0"/>
          </a:p>
        </p:txBody>
      </p:sp>
    </p:spTree>
    <p:extLst>
      <p:ext uri="{BB962C8B-B14F-4D97-AF65-F5344CB8AC3E}">
        <p14:creationId xmlns:p14="http://schemas.microsoft.com/office/powerpoint/2010/main" val="86704929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9589</TotalTime>
  <Words>900</Words>
  <Application>Microsoft Office PowerPoint</Application>
  <PresentationFormat>画面に合わせる (4:3)</PresentationFormat>
  <Paragraphs>92</Paragraphs>
  <Slides>9</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9</vt:i4>
      </vt:variant>
    </vt:vector>
  </HeadingPairs>
  <TitlesOfParts>
    <vt:vector size="15" baseType="lpstr">
      <vt:lpstr>メイリオ</vt:lpstr>
      <vt:lpstr>Arial</vt:lpstr>
      <vt:lpstr>Calibri</vt:lpstr>
      <vt:lpstr>Consolas</vt:lpstr>
      <vt:lpstr>Wingdings</vt:lpstr>
      <vt:lpstr>Office ​​テーマ</vt:lpstr>
      <vt:lpstr>PowerPoint プレゼンテーション</vt:lpstr>
      <vt:lpstr>About RRI on iRIC and its Hands on</vt:lpstr>
      <vt:lpstr>About RRI on iRIC</vt:lpstr>
      <vt:lpstr>How to install the RRI on iRIC</vt:lpstr>
      <vt:lpstr>Please download </vt:lpstr>
      <vt:lpstr>Example for Sorachi flood 2016</vt:lpstr>
      <vt:lpstr>Example for Kumagawa flood 2020</vt:lpstr>
      <vt:lpstr>UC-tools</vt:lpstr>
      <vt:lpstr>ご相談</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yasu</dc:creator>
  <cp:lastModifiedBy>大輔 原田</cp:lastModifiedBy>
  <cp:revision>352</cp:revision>
  <cp:lastPrinted>2012-05-22T01:11:44Z</cp:lastPrinted>
  <dcterms:created xsi:type="dcterms:W3CDTF">2011-09-20T14:28:28Z</dcterms:created>
  <dcterms:modified xsi:type="dcterms:W3CDTF">2024-08-02T08:42:55Z</dcterms:modified>
</cp:coreProperties>
</file>