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6" r:id="rId3"/>
    <p:sldId id="257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54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772C4C5-849B-11CC-B8F1-F836BD7521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4CF59485-EFDA-38B0-51F5-E12A4C6A1E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C874A00-3ECB-32AA-5022-9943901F9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E8580-BA07-40C5-ABA9-53DEF92B0A43}" type="datetimeFigureOut">
              <a:rPr kumimoji="1" lang="ja-JP" altLang="en-US" smtClean="0"/>
              <a:t>2026/2/26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A3C9C47-4C82-5E1E-EB0A-F51394A6B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7C391AE-ADC7-101F-B312-90AA5DDF2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7BEE1-D022-4032-8E83-618A97966DA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432898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AD7FAD5-BC6B-FA7E-8835-AB3DAC58A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59A9D98-99B7-0F19-1BE3-04A912B493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765CBB5-71A2-F464-C703-C00D2687C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E8580-BA07-40C5-ABA9-53DEF92B0A43}" type="datetimeFigureOut">
              <a:rPr kumimoji="1" lang="ja-JP" altLang="en-US" smtClean="0"/>
              <a:t>2026/2/26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02F11C6-067F-25B8-0EE3-2EE210E95C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51DA1B1-50B3-7E79-9EEB-47A6AEA21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7BEE1-D022-4032-8E83-618A97966DA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062921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6ABE672-EBA7-A542-0A1D-717694DF9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555A3D3-86C5-551F-C41E-8805F1F5EF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BCB597D-0FE5-A212-52A6-8499B172F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E8580-BA07-40C5-ABA9-53DEF92B0A43}" type="datetimeFigureOut">
              <a:rPr kumimoji="1" lang="ja-JP" altLang="en-US" smtClean="0"/>
              <a:t>2026/2/26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AB12B64-A255-DBBC-613B-7AD11B55A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8954D6-89A0-0973-B496-3CAD020DC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7BEE1-D022-4032-8E83-618A97966DA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65359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24D30CF-F5A7-8C51-C524-0F32E805F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9DCF696-DB98-425D-337C-1328950462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F74EF14-EAFC-E255-1030-AF2F77DE1C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AA22E0D-545B-3119-CE15-FE1797BD7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E8580-BA07-40C5-ABA9-53DEF92B0A43}" type="datetimeFigureOut">
              <a:rPr kumimoji="1" lang="ja-JP" altLang="en-US" smtClean="0"/>
              <a:t>2026/2/26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9D05277-62E6-07EE-59C7-5444AD3388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DE72B1F-65DF-BEA6-F3B5-E31E5747F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7BEE1-D022-4032-8E83-618A97966DA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13843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565CE08-1178-2876-AFEF-4437C0CA1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BA41ED9-C3C8-E673-7837-DFC2F13824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224D1B2-6A2F-CF9D-FDB3-BABDB47906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128E1EA2-2003-623B-DA36-2CAF8D603D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9D44BBD2-9399-F120-E284-1D9269D6E0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0941EA17-D17E-4235-8DAD-B5B50A302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E8580-BA07-40C5-ABA9-53DEF92B0A43}" type="datetimeFigureOut">
              <a:rPr kumimoji="1" lang="ja-JP" altLang="en-US" smtClean="0"/>
              <a:t>2026/2/26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D47D7B0-469E-DE98-69B2-6EDBD5476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4E914597-4026-8F63-55DD-4DC905FFD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7BEE1-D022-4032-8E83-618A97966DA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914178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F98279B-B455-1E1B-29C7-A00BF4898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26D6190B-CB93-1684-B2B9-9EAEC4670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E8580-BA07-40C5-ABA9-53DEF92B0A43}" type="datetimeFigureOut">
              <a:rPr kumimoji="1" lang="ja-JP" altLang="en-US" smtClean="0"/>
              <a:t>2026/2/26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89D1054-3A14-534C-394F-96233AC65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28EB37D3-DB62-7837-1844-5EE52A56F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7BEE1-D022-4032-8E83-618A97966DA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365739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1ABE434C-5841-A402-B931-E4B8F4A61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E8580-BA07-40C5-ABA9-53DEF92B0A43}" type="datetimeFigureOut">
              <a:rPr kumimoji="1" lang="ja-JP" altLang="en-US" smtClean="0"/>
              <a:t>2026/2/26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C37B6F41-43B4-32AC-32A2-1F9647010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13C57CB-6D4C-1714-180E-B6D8CB7C5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7BEE1-D022-4032-8E83-618A97966DA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796591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01B50E4-4EBD-D5E5-6B56-CD66A54D71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D9E1FA4-F06B-F396-F196-7FB34E28ED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D595EC2-043E-4C49-E0EA-546A9ACD21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B9FD007-A3D8-72C5-B579-A0BC5FC00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E8580-BA07-40C5-ABA9-53DEF92B0A43}" type="datetimeFigureOut">
              <a:rPr kumimoji="1" lang="ja-JP" altLang="en-US" smtClean="0"/>
              <a:t>2026/2/26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0BC9678-FA39-71A4-6095-672A58502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7432713-4343-1EFF-679C-1005EA38B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7BEE1-D022-4032-8E83-618A97966DA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298406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795F85A-CD25-5EC6-278E-952ED86636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F52C2F65-E1D1-3186-38E9-105665DCE3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FCD9540-C04C-C617-427E-0686578FFE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98FAAF6-7A58-C022-02C2-EDC4B48231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E8580-BA07-40C5-ABA9-53DEF92B0A43}" type="datetimeFigureOut">
              <a:rPr kumimoji="1" lang="ja-JP" altLang="en-US" smtClean="0"/>
              <a:t>2026/2/26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80B9E1D-9827-BCCB-595A-6544735DE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7A2982E-1285-D956-1A5C-62A156A2C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7BEE1-D022-4032-8E83-618A97966DA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111039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5F8B2F0-6FCA-6B7F-E990-8F39902E8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C292E86-4257-31EB-245B-F332B3D911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45911CD-F0F9-FBEB-CF5A-50E3141EC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E8580-BA07-40C5-ABA9-53DEF92B0A43}" type="datetimeFigureOut">
              <a:rPr kumimoji="1" lang="ja-JP" altLang="en-US" smtClean="0"/>
              <a:t>2026/2/26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5A30C24-3242-81BB-058C-FE08E8BEF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6A61E08-FE95-9F9D-2032-CC8DA2B43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7BEE1-D022-4032-8E83-618A97966DA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3641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C9A53F13-81D9-EE65-1ECA-7C6F1FAF1C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BE76A23-CB55-BEF4-145C-256112230A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BF76E3B-0894-2821-8514-DF09CFF49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E8580-BA07-40C5-ABA9-53DEF92B0A43}" type="datetimeFigureOut">
              <a:rPr kumimoji="1" lang="ja-JP" altLang="en-US" smtClean="0"/>
              <a:t>2026/2/26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D4576E4-5F94-C0AC-1D11-1C8C0C405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B057FE1-2A81-6541-9A4B-8D1B75BDB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7BEE1-D022-4032-8E83-618A97966DA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05202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A134A4EC-6EEF-DF2B-A2A1-709F2C916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3630FEB-22C3-FA1F-8F42-A488168A2A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D825AAF-2DF5-9F45-2E08-A0864E972E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FE8580-BA07-40C5-ABA9-53DEF92B0A43}" type="datetimeFigureOut">
              <a:rPr kumimoji="1" lang="ja-JP" altLang="en-US" smtClean="0"/>
              <a:t>2026/2/26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8C6EA5-52C4-1623-35BD-C20458E472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A8FDCC8-BC8B-7581-C908-0106ED06D8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67BEE1-D022-4032-8E83-618A97966DA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85391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DC171A14-475D-4BA6-483D-1E1B9900F3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018" y="842572"/>
            <a:ext cx="11745964" cy="5591955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8DF8FC11-56A2-F4D7-A04B-C717F0C57A5A}"/>
              </a:ext>
            </a:extLst>
          </p:cNvPr>
          <p:cNvSpPr txBox="1"/>
          <p:nvPr/>
        </p:nvSpPr>
        <p:spPr>
          <a:xfrm>
            <a:off x="250902" y="70160"/>
            <a:ext cx="115029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b="1" dirty="0"/>
              <a:t>RRI_sediment.f90</a:t>
            </a:r>
            <a:r>
              <a:rPr lang="en-US" altLang="ja-JP" dirty="0"/>
              <a:t> :Added a loop to calculate ‘</a:t>
            </a:r>
            <a:r>
              <a:rPr lang="en-US" altLang="ja-JP" dirty="0" err="1"/>
              <a:t>ss_lin</a:t>
            </a:r>
            <a:r>
              <a:rPr lang="en-US" altLang="ja-JP" dirty="0"/>
              <a:t>(l)’ properly (This is just a bug for ‘</a:t>
            </a:r>
            <a:r>
              <a:rPr lang="en-US" altLang="ja-JP" dirty="0" err="1"/>
              <a:t>ss_lin</a:t>
            </a:r>
            <a:r>
              <a:rPr lang="en-US" altLang="ja-JP" dirty="0"/>
              <a:t>(l)’ fix) 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2898941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BC2DF2A7-B990-8F9C-7EF2-DE6CD16123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09" y="1034763"/>
            <a:ext cx="10154492" cy="5566523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761B2D-5FE1-75DA-3D9F-693239B56B79}"/>
              </a:ext>
            </a:extLst>
          </p:cNvPr>
          <p:cNvSpPr txBox="1"/>
          <p:nvPr/>
        </p:nvSpPr>
        <p:spPr>
          <a:xfrm>
            <a:off x="54013" y="155885"/>
            <a:ext cx="120839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b="1" dirty="0"/>
              <a:t>RRI_sediment.f90</a:t>
            </a:r>
            <a:r>
              <a:rPr lang="en-US" altLang="ja-JP" dirty="0"/>
              <a:t> :Modified to correctly calculate in regions where the wood concentration is excessively high.</a:t>
            </a:r>
            <a:r>
              <a:rPr kumimoji="1" lang="en-US" altLang="ja-JP" dirty="0"/>
              <a:t> 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953188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D7FE7AF0-A86C-4EB8-A78B-0C4C96BFD4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841" y="737314"/>
            <a:ext cx="9876560" cy="6120685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6BE76457-A14F-01A4-FD2D-0595FA0E5A11}"/>
              </a:ext>
            </a:extLst>
          </p:cNvPr>
          <p:cNvSpPr txBox="1"/>
          <p:nvPr/>
        </p:nvSpPr>
        <p:spPr>
          <a:xfrm>
            <a:off x="250902" y="70160"/>
            <a:ext cx="115029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b="1" dirty="0"/>
              <a:t>RRI_sediment.f90</a:t>
            </a:r>
            <a:r>
              <a:rPr lang="en-US" altLang="ja-JP" dirty="0"/>
              <a:t> :Modified ‘</a:t>
            </a:r>
            <a:r>
              <a:rPr lang="en-US" altLang="ja-JP" dirty="0" err="1"/>
              <a:t>sedput</a:t>
            </a:r>
            <a:r>
              <a:rPr lang="en-US" altLang="ja-JP" dirty="0"/>
              <a:t>’ function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0482978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66</Words>
  <Application>Microsoft Office PowerPoint</Application>
  <PresentationFormat>ワイド画面</PresentationFormat>
  <Paragraphs>3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7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大輔 原田</dc:creator>
  <cp:lastModifiedBy>大輔 原田</cp:lastModifiedBy>
  <cp:revision>1</cp:revision>
  <dcterms:created xsi:type="dcterms:W3CDTF">2026-02-25T23:32:05Z</dcterms:created>
  <dcterms:modified xsi:type="dcterms:W3CDTF">2026-02-25T23:39:20Z</dcterms:modified>
</cp:coreProperties>
</file>